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9" r:id="rId6"/>
    <p:sldId id="258" r:id="rId7"/>
    <p:sldId id="260" r:id="rId8"/>
    <p:sldId id="265" r:id="rId9"/>
    <p:sldId id="266" r:id="rId10"/>
    <p:sldId id="271" r:id="rId11"/>
    <p:sldId id="272" r:id="rId12"/>
    <p:sldId id="267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08647-7E3B-44D1-821F-359EBEC71D87}" v="400" dt="2024-11-18T17:32:23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Massone" userId="30f7c32bd57ce6fe" providerId="LiveId" clId="{4759AEB0-EAB6-4990-A4A0-832EA01C8298}"/>
    <pc:docChg chg="undo redo custSel modSld">
      <pc:chgData name="Tommaso Massone" userId="30f7c32bd57ce6fe" providerId="LiveId" clId="{4759AEB0-EAB6-4990-A4A0-832EA01C8298}" dt="2024-11-09T15:01:18.371" v="1620" actId="20577"/>
      <pc:docMkLst>
        <pc:docMk/>
      </pc:docMkLst>
      <pc:sldChg chg="modSp mod setBg">
        <pc:chgData name="Tommaso Massone" userId="30f7c32bd57ce6fe" providerId="LiveId" clId="{4759AEB0-EAB6-4990-A4A0-832EA01C8298}" dt="2024-11-07T14:29:09.405" v="1478"/>
        <pc:sldMkLst>
          <pc:docMk/>
          <pc:sldMk cId="2155589268" sldId="256"/>
        </pc:sldMkLst>
        <pc:spChg chg="mod">
          <ac:chgData name="Tommaso Massone" userId="30f7c32bd57ce6fe" providerId="LiveId" clId="{4759AEB0-EAB6-4990-A4A0-832EA01C8298}" dt="2024-11-07T12:52:52.090" v="83" actId="2711"/>
          <ac:spMkLst>
            <pc:docMk/>
            <pc:sldMk cId="2155589268" sldId="256"/>
            <ac:spMk id="2" creationId="{3F8C6F42-B8AD-FDE6-DFFD-9D72A85B0CEF}"/>
          </ac:spMkLst>
        </pc:spChg>
        <pc:spChg chg="mod">
          <ac:chgData name="Tommaso Massone" userId="30f7c32bd57ce6fe" providerId="LiveId" clId="{4759AEB0-EAB6-4990-A4A0-832EA01C8298}" dt="2024-11-07T14:14:11.321" v="1013" actId="1076"/>
          <ac:spMkLst>
            <pc:docMk/>
            <pc:sldMk cId="2155589268" sldId="256"/>
            <ac:spMk id="4" creationId="{E5C5746B-0F53-4897-2A9A-29FD6FCBE2B5}"/>
          </ac:spMkLst>
        </pc:spChg>
      </pc:sldChg>
      <pc:sldChg chg="modSp mod">
        <pc:chgData name="Tommaso Massone" userId="30f7c32bd57ce6fe" providerId="LiveId" clId="{4759AEB0-EAB6-4990-A4A0-832EA01C8298}" dt="2024-11-07T14:30:00.828" v="1480" actId="255"/>
        <pc:sldMkLst>
          <pc:docMk/>
          <pc:sldMk cId="3809278047" sldId="257"/>
        </pc:sldMkLst>
        <pc:spChg chg="mod">
          <ac:chgData name="Tommaso Massone" userId="30f7c32bd57ce6fe" providerId="LiveId" clId="{4759AEB0-EAB6-4990-A4A0-832EA01C8298}" dt="2024-11-07T14:30:00.828" v="1480" actId="255"/>
          <ac:spMkLst>
            <pc:docMk/>
            <pc:sldMk cId="3809278047" sldId="257"/>
            <ac:spMk id="2" creationId="{C2A4F49F-A6F0-990E-46FC-56D2C3BFFBF1}"/>
          </ac:spMkLst>
        </pc:spChg>
        <pc:spChg chg="mod">
          <ac:chgData name="Tommaso Massone" userId="30f7c32bd57ce6fe" providerId="LiveId" clId="{4759AEB0-EAB6-4990-A4A0-832EA01C8298}" dt="2024-11-07T13:27:21.773" v="332" actId="14100"/>
          <ac:spMkLst>
            <pc:docMk/>
            <pc:sldMk cId="3809278047" sldId="257"/>
            <ac:spMk id="3" creationId="{4D2B061B-8761-716B-CA82-1378604B2410}"/>
          </ac:spMkLst>
        </pc:spChg>
        <pc:spChg chg="mod">
          <ac:chgData name="Tommaso Massone" userId="30f7c32bd57ce6fe" providerId="LiveId" clId="{4759AEB0-EAB6-4990-A4A0-832EA01C8298}" dt="2024-11-07T12:54:44.284" v="94" actId="2711"/>
          <ac:spMkLst>
            <pc:docMk/>
            <pc:sldMk cId="3809278047" sldId="257"/>
            <ac:spMk id="10" creationId="{3CF7C362-F0F4-4668-B1C9-212DD5689417}"/>
          </ac:spMkLst>
        </pc:spChg>
        <pc:spChg chg="mod">
          <ac:chgData name="Tommaso Massone" userId="30f7c32bd57ce6fe" providerId="LiveId" clId="{4759AEB0-EAB6-4990-A4A0-832EA01C8298}" dt="2024-11-07T12:54:05.006" v="89" actId="2711"/>
          <ac:spMkLst>
            <pc:docMk/>
            <pc:sldMk cId="3809278047" sldId="257"/>
            <ac:spMk id="17" creationId="{1CF09980-895B-5032-CA38-E922625FDECE}"/>
          </ac:spMkLst>
        </pc:spChg>
        <pc:picChg chg="mod">
          <ac:chgData name="Tommaso Massone" userId="30f7c32bd57ce6fe" providerId="LiveId" clId="{4759AEB0-EAB6-4990-A4A0-832EA01C8298}" dt="2024-11-07T13:25:16.165" v="317" actId="14100"/>
          <ac:picMkLst>
            <pc:docMk/>
            <pc:sldMk cId="3809278047" sldId="257"/>
            <ac:picMk id="6" creationId="{380CD791-E09A-9FC5-020A-58BC6BFFAF58}"/>
          </ac:picMkLst>
        </pc:picChg>
      </pc:sldChg>
      <pc:sldChg chg="modSp mod">
        <pc:chgData name="Tommaso Massone" userId="30f7c32bd57ce6fe" providerId="LiveId" clId="{4759AEB0-EAB6-4990-A4A0-832EA01C8298}" dt="2024-11-07T14:31:10.418" v="1487" actId="255"/>
        <pc:sldMkLst>
          <pc:docMk/>
          <pc:sldMk cId="2446016024" sldId="258"/>
        </pc:sldMkLst>
        <pc:spChg chg="mod">
          <ac:chgData name="Tommaso Massone" userId="30f7c32bd57ce6fe" providerId="LiveId" clId="{4759AEB0-EAB6-4990-A4A0-832EA01C8298}" dt="2024-11-07T13:07:31.459" v="271" actId="2711"/>
          <ac:spMkLst>
            <pc:docMk/>
            <pc:sldMk cId="2446016024" sldId="258"/>
            <ac:spMk id="3" creationId="{227365A1-FC8D-7636-664F-FDD352120827}"/>
          </ac:spMkLst>
        </pc:spChg>
        <pc:spChg chg="mod">
          <ac:chgData name="Tommaso Massone" userId="30f7c32bd57ce6fe" providerId="LiveId" clId="{4759AEB0-EAB6-4990-A4A0-832EA01C8298}" dt="2024-11-07T14:31:10.418" v="1487" actId="255"/>
          <ac:spMkLst>
            <pc:docMk/>
            <pc:sldMk cId="2446016024" sldId="258"/>
            <ac:spMk id="15" creationId="{E2D8C678-D896-B418-567B-A53E356658EF}"/>
          </ac:spMkLst>
        </pc:spChg>
        <pc:spChg chg="mod">
          <ac:chgData name="Tommaso Massone" userId="30f7c32bd57ce6fe" providerId="LiveId" clId="{4759AEB0-EAB6-4990-A4A0-832EA01C8298}" dt="2024-11-07T13:08:06.684" v="276" actId="14100"/>
          <ac:spMkLst>
            <pc:docMk/>
            <pc:sldMk cId="2446016024" sldId="258"/>
            <ac:spMk id="16" creationId="{82D6946C-585D-D0F4-9111-4EDE2A66D403}"/>
          </ac:spMkLst>
        </pc:spChg>
      </pc:sldChg>
      <pc:sldChg chg="modSp mod">
        <pc:chgData name="Tommaso Massone" userId="30f7c32bd57ce6fe" providerId="LiveId" clId="{4759AEB0-EAB6-4990-A4A0-832EA01C8298}" dt="2024-11-07T14:29:48.741" v="1479" actId="255"/>
        <pc:sldMkLst>
          <pc:docMk/>
          <pc:sldMk cId="1490740942" sldId="259"/>
        </pc:sldMkLst>
        <pc:spChg chg="mod">
          <ac:chgData name="Tommaso Massone" userId="30f7c32bd57ce6fe" providerId="LiveId" clId="{4759AEB0-EAB6-4990-A4A0-832EA01C8298}" dt="2024-11-07T14:29:48.741" v="1479" actId="255"/>
          <ac:spMkLst>
            <pc:docMk/>
            <pc:sldMk cId="1490740942" sldId="259"/>
            <ac:spMk id="2" creationId="{F7211031-2C48-5446-D4EA-714C7EEA2324}"/>
          </ac:spMkLst>
        </pc:spChg>
        <pc:spChg chg="mod">
          <ac:chgData name="Tommaso Massone" userId="30f7c32bd57ce6fe" providerId="LiveId" clId="{4759AEB0-EAB6-4990-A4A0-832EA01C8298}" dt="2024-11-07T13:32:28.108" v="349" actId="14100"/>
          <ac:spMkLst>
            <pc:docMk/>
            <pc:sldMk cId="1490740942" sldId="259"/>
            <ac:spMk id="3" creationId="{29EAC98A-7329-319B-6393-A96F82C24C20}"/>
          </ac:spMkLst>
        </pc:spChg>
        <pc:spChg chg="mod">
          <ac:chgData name="Tommaso Massone" userId="30f7c32bd57ce6fe" providerId="LiveId" clId="{4759AEB0-EAB6-4990-A4A0-832EA01C8298}" dt="2024-11-07T13:06:21.942" v="264" actId="14100"/>
          <ac:spMkLst>
            <pc:docMk/>
            <pc:sldMk cId="1490740942" sldId="259"/>
            <ac:spMk id="9" creationId="{78EBFA88-F9FD-24AB-9A6C-9DC76DD671B5}"/>
          </ac:spMkLst>
        </pc:spChg>
        <pc:spChg chg="mod">
          <ac:chgData name="Tommaso Massone" userId="30f7c32bd57ce6fe" providerId="LiveId" clId="{4759AEB0-EAB6-4990-A4A0-832EA01C8298}" dt="2024-11-07T13:32:55.200" v="350" actId="14100"/>
          <ac:spMkLst>
            <pc:docMk/>
            <pc:sldMk cId="1490740942" sldId="259"/>
            <ac:spMk id="12" creationId="{49573567-407C-4A6A-95BD-50FCC038098D}"/>
          </ac:spMkLst>
        </pc:spChg>
        <pc:spChg chg="mod">
          <ac:chgData name="Tommaso Massone" userId="30f7c32bd57ce6fe" providerId="LiveId" clId="{4759AEB0-EAB6-4990-A4A0-832EA01C8298}" dt="2024-11-07T13:07:00.111" v="269" actId="14100"/>
          <ac:spMkLst>
            <pc:docMk/>
            <pc:sldMk cId="1490740942" sldId="259"/>
            <ac:spMk id="18" creationId="{8F5C3C85-4CAF-28BF-62A9-5AC7E825FF24}"/>
          </ac:spMkLst>
        </pc:spChg>
        <pc:picChg chg="mod">
          <ac:chgData name="Tommaso Massone" userId="30f7c32bd57ce6fe" providerId="LiveId" clId="{4759AEB0-EAB6-4990-A4A0-832EA01C8298}" dt="2024-11-07T13:31:08.843" v="341" actId="1076"/>
          <ac:picMkLst>
            <pc:docMk/>
            <pc:sldMk cId="1490740942" sldId="259"/>
            <ac:picMk id="8" creationId="{7EE3F099-B2C3-DB5A-2BB3-0581EF260D9C}"/>
          </ac:picMkLst>
        </pc:picChg>
        <pc:picChg chg="mod">
          <ac:chgData name="Tommaso Massone" userId="30f7c32bd57ce6fe" providerId="LiveId" clId="{4759AEB0-EAB6-4990-A4A0-832EA01C8298}" dt="2024-11-07T13:30:54.606" v="338" actId="1076"/>
          <ac:picMkLst>
            <pc:docMk/>
            <pc:sldMk cId="1490740942" sldId="259"/>
            <ac:picMk id="10" creationId="{EBE45F8B-112B-45F9-6062-112084669612}"/>
          </ac:picMkLst>
        </pc:picChg>
        <pc:cxnChg chg="mod">
          <ac:chgData name="Tommaso Massone" userId="30f7c32bd57ce6fe" providerId="LiveId" clId="{4759AEB0-EAB6-4990-A4A0-832EA01C8298}" dt="2024-11-07T13:06:26.698" v="265" actId="14100"/>
          <ac:cxnSpMkLst>
            <pc:docMk/>
            <pc:sldMk cId="1490740942" sldId="259"/>
            <ac:cxnSpMk id="11" creationId="{9426522B-4C19-F702-71C8-7FD43940CC60}"/>
          </ac:cxnSpMkLst>
        </pc:cxnChg>
        <pc:cxnChg chg="mod">
          <ac:chgData name="Tommaso Massone" userId="30f7c32bd57ce6fe" providerId="LiveId" clId="{4759AEB0-EAB6-4990-A4A0-832EA01C8298}" dt="2024-11-07T13:32:55.200" v="350" actId="14100"/>
          <ac:cxnSpMkLst>
            <pc:docMk/>
            <pc:sldMk cId="1490740942" sldId="259"/>
            <ac:cxnSpMk id="16" creationId="{2AE83EFB-ED3E-EAA8-DFCE-AA31524263CB}"/>
          </ac:cxnSpMkLst>
        </pc:cxnChg>
      </pc:sldChg>
      <pc:sldChg chg="modSp mod modShow">
        <pc:chgData name="Tommaso Massone" userId="30f7c32bd57ce6fe" providerId="LiveId" clId="{4759AEB0-EAB6-4990-A4A0-832EA01C8298}" dt="2024-11-07T14:14:02.438" v="1012" actId="729"/>
        <pc:sldMkLst>
          <pc:docMk/>
          <pc:sldMk cId="1941286364" sldId="260"/>
        </pc:sldMkLst>
        <pc:spChg chg="mod">
          <ac:chgData name="Tommaso Massone" userId="30f7c32bd57ce6fe" providerId="LiveId" clId="{4759AEB0-EAB6-4990-A4A0-832EA01C8298}" dt="2024-11-07T13:08:28.198" v="277" actId="2711"/>
          <ac:spMkLst>
            <pc:docMk/>
            <pc:sldMk cId="1941286364" sldId="260"/>
            <ac:spMk id="2" creationId="{4A91F7DB-54BC-77E4-E61A-E555ED4E8E0D}"/>
          </ac:spMkLst>
        </pc:spChg>
        <pc:spChg chg="mod">
          <ac:chgData name="Tommaso Massone" userId="30f7c32bd57ce6fe" providerId="LiveId" clId="{4759AEB0-EAB6-4990-A4A0-832EA01C8298}" dt="2024-11-07T13:10:25.251" v="292" actId="20577"/>
          <ac:spMkLst>
            <pc:docMk/>
            <pc:sldMk cId="1941286364" sldId="260"/>
            <ac:spMk id="3" creationId="{3291DB03-7863-F758-1256-2BA9383425CB}"/>
          </ac:spMkLst>
        </pc:spChg>
      </pc:sldChg>
      <pc:sldChg chg="modSp mod modShow">
        <pc:chgData name="Tommaso Massone" userId="30f7c32bd57ce6fe" providerId="LiveId" clId="{4759AEB0-EAB6-4990-A4A0-832EA01C8298}" dt="2024-11-07T13:50:50.960" v="680" actId="729"/>
        <pc:sldMkLst>
          <pc:docMk/>
          <pc:sldMk cId="4069299728" sldId="263"/>
        </pc:sldMkLst>
        <pc:spChg chg="mod">
          <ac:chgData name="Tommaso Massone" userId="30f7c32bd57ce6fe" providerId="LiveId" clId="{4759AEB0-EAB6-4990-A4A0-832EA01C8298}" dt="2024-11-07T13:02:30.733" v="176" actId="14100"/>
          <ac:spMkLst>
            <pc:docMk/>
            <pc:sldMk cId="4069299728" sldId="263"/>
            <ac:spMk id="2" creationId="{A26514B2-4161-010B-4EB1-08A66155F57F}"/>
          </ac:spMkLst>
        </pc:spChg>
        <pc:spChg chg="mod">
          <ac:chgData name="Tommaso Massone" userId="30f7c32bd57ce6fe" providerId="LiveId" clId="{4759AEB0-EAB6-4990-A4A0-832EA01C8298}" dt="2024-11-07T12:58:28.107" v="151" actId="20577"/>
          <ac:spMkLst>
            <pc:docMk/>
            <pc:sldMk cId="4069299728" sldId="263"/>
            <ac:spMk id="12" creationId="{2C9E4258-0B07-92C4-979D-35E276C437D9}"/>
          </ac:spMkLst>
        </pc:spChg>
        <pc:spChg chg="mod">
          <ac:chgData name="Tommaso Massone" userId="30f7c32bd57ce6fe" providerId="LiveId" clId="{4759AEB0-EAB6-4990-A4A0-832EA01C8298}" dt="2024-11-07T13:00:00.107" v="159" actId="14100"/>
          <ac:spMkLst>
            <pc:docMk/>
            <pc:sldMk cId="4069299728" sldId="263"/>
            <ac:spMk id="17" creationId="{FAEC8A67-807D-9698-C321-F117C7298886}"/>
          </ac:spMkLst>
        </pc:spChg>
        <pc:spChg chg="mod">
          <ac:chgData name="Tommaso Massone" userId="30f7c32bd57ce6fe" providerId="LiveId" clId="{4759AEB0-EAB6-4990-A4A0-832EA01C8298}" dt="2024-11-07T13:00:32.337" v="168" actId="14100"/>
          <ac:spMkLst>
            <pc:docMk/>
            <pc:sldMk cId="4069299728" sldId="263"/>
            <ac:spMk id="18" creationId="{94F493C1-638E-83B2-611F-E32203BFF1E1}"/>
          </ac:spMkLst>
        </pc:spChg>
        <pc:cxnChg chg="mod">
          <ac:chgData name="Tommaso Massone" userId="30f7c32bd57ce6fe" providerId="LiveId" clId="{4759AEB0-EAB6-4990-A4A0-832EA01C8298}" dt="2024-11-07T12:55:36.658" v="98" actId="14100"/>
          <ac:cxnSpMkLst>
            <pc:docMk/>
            <pc:sldMk cId="4069299728" sldId="263"/>
            <ac:cxnSpMk id="11" creationId="{23B52BD1-8E30-2286-D9F7-FFF2E1292D1C}"/>
          </ac:cxnSpMkLst>
        </pc:cxnChg>
        <pc:cxnChg chg="mod">
          <ac:chgData name="Tommaso Massone" userId="30f7c32bd57ce6fe" providerId="LiveId" clId="{4759AEB0-EAB6-4990-A4A0-832EA01C8298}" dt="2024-11-07T13:00:32.337" v="168" actId="14100"/>
          <ac:cxnSpMkLst>
            <pc:docMk/>
            <pc:sldMk cId="4069299728" sldId="263"/>
            <ac:cxnSpMk id="33" creationId="{1E1ECB82-A745-C95E-0ABF-F2885E426326}"/>
          </ac:cxnSpMkLst>
        </pc:cxnChg>
        <pc:cxnChg chg="mod">
          <ac:chgData name="Tommaso Massone" userId="30f7c32bd57ce6fe" providerId="LiveId" clId="{4759AEB0-EAB6-4990-A4A0-832EA01C8298}" dt="2024-11-07T13:00:08.752" v="160" actId="14100"/>
          <ac:cxnSpMkLst>
            <pc:docMk/>
            <pc:sldMk cId="4069299728" sldId="263"/>
            <ac:cxnSpMk id="35" creationId="{86298FE9-C985-14D4-5706-FA9504D4F678}"/>
          </ac:cxnSpMkLst>
        </pc:cxnChg>
      </pc:sldChg>
      <pc:sldChg chg="modSp mod modShow">
        <pc:chgData name="Tommaso Massone" userId="30f7c32bd57ce6fe" providerId="LiveId" clId="{4759AEB0-EAB6-4990-A4A0-832EA01C8298}" dt="2024-11-07T13:29:51.550" v="333" actId="729"/>
        <pc:sldMkLst>
          <pc:docMk/>
          <pc:sldMk cId="1123627255" sldId="264"/>
        </pc:sldMkLst>
        <pc:spChg chg="mod">
          <ac:chgData name="Tommaso Massone" userId="30f7c32bd57ce6fe" providerId="LiveId" clId="{4759AEB0-EAB6-4990-A4A0-832EA01C8298}" dt="2024-11-07T13:01:30.242" v="169" actId="2711"/>
          <ac:spMkLst>
            <pc:docMk/>
            <pc:sldMk cId="1123627255" sldId="264"/>
            <ac:spMk id="3" creationId="{A3E2CC69-22F4-C5EB-9B01-AFC0C283DE1B}"/>
          </ac:spMkLst>
        </pc:spChg>
        <pc:spChg chg="mod">
          <ac:chgData name="Tommaso Massone" userId="30f7c32bd57ce6fe" providerId="LiveId" clId="{4759AEB0-EAB6-4990-A4A0-832EA01C8298}" dt="2024-11-07T13:03:10.331" v="201" actId="20577"/>
          <ac:spMkLst>
            <pc:docMk/>
            <pc:sldMk cId="1123627255" sldId="264"/>
            <ac:spMk id="6" creationId="{70E9B54D-2EFB-2CF9-830E-4A4922B34562}"/>
          </ac:spMkLst>
        </pc:spChg>
      </pc:sldChg>
      <pc:sldChg chg="addSp delSp modSp mod">
        <pc:chgData name="Tommaso Massone" userId="30f7c32bd57ce6fe" providerId="LiveId" clId="{4759AEB0-EAB6-4990-A4A0-832EA01C8298}" dt="2024-11-07T14:27:26.189" v="1098" actId="1076"/>
        <pc:sldMkLst>
          <pc:docMk/>
          <pc:sldMk cId="2953681392" sldId="265"/>
        </pc:sldMkLst>
        <pc:spChg chg="mod">
          <ac:chgData name="Tommaso Massone" userId="30f7c32bd57ce6fe" providerId="LiveId" clId="{4759AEB0-EAB6-4990-A4A0-832EA01C8298}" dt="2024-11-07T14:06:29.554" v="861" actId="1076"/>
          <ac:spMkLst>
            <pc:docMk/>
            <pc:sldMk cId="2953681392" sldId="265"/>
            <ac:spMk id="2" creationId="{75BC71B9-A92F-A478-CC65-8A85BB08B780}"/>
          </ac:spMkLst>
        </pc:spChg>
        <pc:spChg chg="mod">
          <ac:chgData name="Tommaso Massone" userId="30f7c32bd57ce6fe" providerId="LiveId" clId="{4759AEB0-EAB6-4990-A4A0-832EA01C8298}" dt="2024-11-07T13:58:27.462" v="722" actId="1076"/>
          <ac:spMkLst>
            <pc:docMk/>
            <pc:sldMk cId="2953681392" sldId="265"/>
            <ac:spMk id="4" creationId="{4D533D0A-BA95-8094-919A-5EFD2A910D3A}"/>
          </ac:spMkLst>
        </pc:spChg>
        <pc:spChg chg="add mod">
          <ac:chgData name="Tommaso Massone" userId="30f7c32bd57ce6fe" providerId="LiveId" clId="{4759AEB0-EAB6-4990-A4A0-832EA01C8298}" dt="2024-11-07T14:27:26.189" v="1098" actId="1076"/>
          <ac:spMkLst>
            <pc:docMk/>
            <pc:sldMk cId="2953681392" sldId="265"/>
            <ac:spMk id="5" creationId="{AB26401F-AE8A-15B1-8892-71B840704427}"/>
          </ac:spMkLst>
        </pc:spChg>
        <pc:spChg chg="mod">
          <ac:chgData name="Tommaso Massone" userId="30f7c32bd57ce6fe" providerId="LiveId" clId="{4759AEB0-EAB6-4990-A4A0-832EA01C8298}" dt="2024-11-07T14:05:26.403" v="851" actId="1076"/>
          <ac:spMkLst>
            <pc:docMk/>
            <pc:sldMk cId="2953681392" sldId="265"/>
            <ac:spMk id="11" creationId="{031B924E-B9F1-6BE4-27A9-2B3BD72AD2A4}"/>
          </ac:spMkLst>
        </pc:spChg>
        <pc:spChg chg="add del mod">
          <ac:chgData name="Tommaso Massone" userId="30f7c32bd57ce6fe" providerId="LiveId" clId="{4759AEB0-EAB6-4990-A4A0-832EA01C8298}" dt="2024-11-07T14:07:04.618" v="868" actId="1076"/>
          <ac:spMkLst>
            <pc:docMk/>
            <pc:sldMk cId="2953681392" sldId="265"/>
            <ac:spMk id="26" creationId="{E9B3A365-8306-4A6E-5C1A-7A25053CAC34}"/>
          </ac:spMkLst>
        </pc:spChg>
        <pc:picChg chg="mod">
          <ac:chgData name="Tommaso Massone" userId="30f7c32bd57ce6fe" providerId="LiveId" clId="{4759AEB0-EAB6-4990-A4A0-832EA01C8298}" dt="2024-11-07T14:06:41.486" v="863" actId="1076"/>
          <ac:picMkLst>
            <pc:docMk/>
            <pc:sldMk cId="2953681392" sldId="265"/>
            <ac:picMk id="7" creationId="{DD180196-1F01-8DB5-3E7F-70459C247214}"/>
          </ac:picMkLst>
        </pc:picChg>
        <pc:picChg chg="mod">
          <ac:chgData name="Tommaso Massone" userId="30f7c32bd57ce6fe" providerId="LiveId" clId="{4759AEB0-EAB6-4990-A4A0-832EA01C8298}" dt="2024-11-07T14:05:20.611" v="850" actId="1076"/>
          <ac:picMkLst>
            <pc:docMk/>
            <pc:sldMk cId="2953681392" sldId="265"/>
            <ac:picMk id="8" creationId="{B6FAA601-75B8-0BDB-1A28-F8276D3A6572}"/>
          </ac:picMkLst>
        </pc:picChg>
        <pc:picChg chg="mod">
          <ac:chgData name="Tommaso Massone" userId="30f7c32bd57ce6fe" providerId="LiveId" clId="{4759AEB0-EAB6-4990-A4A0-832EA01C8298}" dt="2024-11-07T14:06:59.296" v="867" actId="1076"/>
          <ac:picMkLst>
            <pc:docMk/>
            <pc:sldMk cId="2953681392" sldId="265"/>
            <ac:picMk id="9" creationId="{F05D6A31-3E39-41B5-51B7-127CD1B0A017}"/>
          </ac:picMkLst>
        </pc:picChg>
        <pc:picChg chg="mod">
          <ac:chgData name="Tommaso Massone" userId="30f7c32bd57ce6fe" providerId="LiveId" clId="{4759AEB0-EAB6-4990-A4A0-832EA01C8298}" dt="2024-11-07T14:06:55.529" v="866" actId="1076"/>
          <ac:picMkLst>
            <pc:docMk/>
            <pc:sldMk cId="2953681392" sldId="265"/>
            <ac:picMk id="10" creationId="{9A42171D-5AE1-E6AC-134B-B718522EF83F}"/>
          </ac:picMkLst>
        </pc:picChg>
        <pc:cxnChg chg="mod">
          <ac:chgData name="Tommaso Massone" userId="30f7c32bd57ce6fe" providerId="LiveId" clId="{4759AEB0-EAB6-4990-A4A0-832EA01C8298}" dt="2024-11-07T14:05:26.403" v="851" actId="1076"/>
          <ac:cxnSpMkLst>
            <pc:docMk/>
            <pc:sldMk cId="2953681392" sldId="265"/>
            <ac:cxnSpMk id="18" creationId="{6529E281-16A1-285B-B407-43C9A2C448ED}"/>
          </ac:cxnSpMkLst>
        </pc:cxnChg>
      </pc:sldChg>
      <pc:sldChg chg="addSp modSp mod">
        <pc:chgData name="Tommaso Massone" userId="30f7c32bd57ce6fe" providerId="LiveId" clId="{4759AEB0-EAB6-4990-A4A0-832EA01C8298}" dt="2024-11-07T14:26:52.013" v="1090" actId="1076"/>
        <pc:sldMkLst>
          <pc:docMk/>
          <pc:sldMk cId="2949926885" sldId="266"/>
        </pc:sldMkLst>
        <pc:spChg chg="mod">
          <ac:chgData name="Tommaso Massone" userId="30f7c32bd57ce6fe" providerId="LiveId" clId="{4759AEB0-EAB6-4990-A4A0-832EA01C8298}" dt="2024-11-07T14:13:11.427" v="1010" actId="1076"/>
          <ac:spMkLst>
            <pc:docMk/>
            <pc:sldMk cId="2949926885" sldId="266"/>
            <ac:spMk id="2" creationId="{75BC71B9-A92F-A478-CC65-8A85BB08B780}"/>
          </ac:spMkLst>
        </pc:spChg>
        <pc:spChg chg="add mod">
          <ac:chgData name="Tommaso Massone" userId="30f7c32bd57ce6fe" providerId="LiveId" clId="{4759AEB0-EAB6-4990-A4A0-832EA01C8298}" dt="2024-11-07T14:26:52.013" v="1090" actId="1076"/>
          <ac:spMkLst>
            <pc:docMk/>
            <pc:sldMk cId="2949926885" sldId="266"/>
            <ac:spMk id="3" creationId="{5AA91CB5-DFE2-121F-D9EB-9479CA40A5A6}"/>
          </ac:spMkLst>
        </pc:spChg>
        <pc:spChg chg="mod">
          <ac:chgData name="Tommaso Massone" userId="30f7c32bd57ce6fe" providerId="LiveId" clId="{4759AEB0-EAB6-4990-A4A0-832EA01C8298}" dt="2024-11-07T14:08:53.445" v="875" actId="1076"/>
          <ac:spMkLst>
            <pc:docMk/>
            <pc:sldMk cId="2949926885" sldId="266"/>
            <ac:spMk id="4" creationId="{4D533D0A-BA95-8094-919A-5EFD2A910D3A}"/>
          </ac:spMkLst>
        </pc:spChg>
        <pc:spChg chg="mod">
          <ac:chgData name="Tommaso Massone" userId="30f7c32bd57ce6fe" providerId="LiveId" clId="{4759AEB0-EAB6-4990-A4A0-832EA01C8298}" dt="2024-11-07T14:09:33.209" v="885" actId="1076"/>
          <ac:spMkLst>
            <pc:docMk/>
            <pc:sldMk cId="2949926885" sldId="266"/>
            <ac:spMk id="6" creationId="{E1993C0E-BC43-74DC-BD74-02B83A28373F}"/>
          </ac:spMkLst>
        </pc:spChg>
        <pc:spChg chg="mod">
          <ac:chgData name="Tommaso Massone" userId="30f7c32bd57ce6fe" providerId="LiveId" clId="{4759AEB0-EAB6-4990-A4A0-832EA01C8298}" dt="2024-11-07T14:13:15.599" v="1011" actId="1076"/>
          <ac:spMkLst>
            <pc:docMk/>
            <pc:sldMk cId="2949926885" sldId="266"/>
            <ac:spMk id="11" creationId="{031B924E-B9F1-6BE4-27A9-2B3BD72AD2A4}"/>
          </ac:spMkLst>
        </pc:spChg>
        <pc:picChg chg="mod">
          <ac:chgData name="Tommaso Massone" userId="30f7c32bd57ce6fe" providerId="LiveId" clId="{4759AEB0-EAB6-4990-A4A0-832EA01C8298}" dt="2024-11-07T14:12:53.301" v="1008" actId="1076"/>
          <ac:picMkLst>
            <pc:docMk/>
            <pc:sldMk cId="2949926885" sldId="266"/>
            <ac:picMk id="5" creationId="{F9A2A86C-A02E-4408-854A-AF31B8B4C86D}"/>
          </ac:picMkLst>
        </pc:picChg>
        <pc:picChg chg="mod">
          <ac:chgData name="Tommaso Massone" userId="30f7c32bd57ce6fe" providerId="LiveId" clId="{4759AEB0-EAB6-4990-A4A0-832EA01C8298}" dt="2024-11-07T14:12:55.863" v="1009" actId="1076"/>
          <ac:picMkLst>
            <pc:docMk/>
            <pc:sldMk cId="2949926885" sldId="266"/>
            <ac:picMk id="12" creationId="{376AA6C3-D860-1CEA-BF7C-D5EE40FE1830}"/>
          </ac:picMkLst>
        </pc:picChg>
        <pc:picChg chg="mod">
          <ac:chgData name="Tommaso Massone" userId="30f7c32bd57ce6fe" providerId="LiveId" clId="{4759AEB0-EAB6-4990-A4A0-832EA01C8298}" dt="2024-11-07T14:09:28.643" v="884" actId="1076"/>
          <ac:picMkLst>
            <pc:docMk/>
            <pc:sldMk cId="2949926885" sldId="266"/>
            <ac:picMk id="14" creationId="{4D33575C-34D5-ED6F-0D87-7EEFC83651C9}"/>
          </ac:picMkLst>
        </pc:picChg>
      </pc:sldChg>
      <pc:sldChg chg="delSp modSp mod">
        <pc:chgData name="Tommaso Massone" userId="30f7c32bd57ce6fe" providerId="LiveId" clId="{4759AEB0-EAB6-4990-A4A0-832EA01C8298}" dt="2024-11-09T15:01:18.371" v="1620" actId="20577"/>
        <pc:sldMkLst>
          <pc:docMk/>
          <pc:sldMk cId="2865755537" sldId="267"/>
        </pc:sldMkLst>
        <pc:spChg chg="mod">
          <ac:chgData name="Tommaso Massone" userId="30f7c32bd57ce6fe" providerId="LiveId" clId="{4759AEB0-EAB6-4990-A4A0-832EA01C8298}" dt="2024-11-07T13:38:00.835" v="365" actId="255"/>
          <ac:spMkLst>
            <pc:docMk/>
            <pc:sldMk cId="2865755537" sldId="267"/>
            <ac:spMk id="2" creationId="{8DFF507B-3E9B-38ED-92E3-C1620352D41E}"/>
          </ac:spMkLst>
        </pc:spChg>
        <pc:spChg chg="mod">
          <ac:chgData name="Tommaso Massone" userId="30f7c32bd57ce6fe" providerId="LiveId" clId="{4759AEB0-EAB6-4990-A4A0-832EA01C8298}" dt="2024-11-09T15:00:41.380" v="1574" actId="20577"/>
          <ac:spMkLst>
            <pc:docMk/>
            <pc:sldMk cId="2865755537" sldId="267"/>
            <ac:spMk id="4" creationId="{8FB8C344-0F1A-C5F9-2FDA-AEA2DB99B4B8}"/>
          </ac:spMkLst>
        </pc:spChg>
        <pc:spChg chg="mod">
          <ac:chgData name="Tommaso Massone" userId="30f7c32bd57ce6fe" providerId="LiveId" clId="{4759AEB0-EAB6-4990-A4A0-832EA01C8298}" dt="2024-11-09T15:01:18.371" v="1620" actId="20577"/>
          <ac:spMkLst>
            <pc:docMk/>
            <pc:sldMk cId="2865755537" sldId="267"/>
            <ac:spMk id="10" creationId="{CCD44715-C28D-9EB2-1C74-0BCDAE83B453}"/>
          </ac:spMkLst>
        </pc:spChg>
        <pc:graphicFrameChg chg="mod">
          <ac:chgData name="Tommaso Massone" userId="30f7c32bd57ce6fe" providerId="LiveId" clId="{4759AEB0-EAB6-4990-A4A0-832EA01C8298}" dt="2024-11-07T14:17:37.920" v="1041" actId="1076"/>
          <ac:graphicFrameMkLst>
            <pc:docMk/>
            <pc:sldMk cId="2865755537" sldId="267"/>
            <ac:graphicFrameMk id="5" creationId="{1B6E15CA-86C3-8F1C-11D3-4818C298A0D4}"/>
          </ac:graphicFrameMkLst>
        </pc:graphicFrameChg>
        <pc:picChg chg="del">
          <ac:chgData name="Tommaso Massone" userId="30f7c32bd57ce6fe" providerId="LiveId" clId="{4759AEB0-EAB6-4990-A4A0-832EA01C8298}" dt="2024-11-07T13:38:58.868" v="374" actId="478"/>
          <ac:picMkLst>
            <pc:docMk/>
            <pc:sldMk cId="2865755537" sldId="267"/>
            <ac:picMk id="12" creationId="{80340F85-4E18-B699-3E22-A8087BFAA8CD}"/>
          </ac:picMkLst>
        </pc:picChg>
      </pc:sldChg>
      <pc:sldChg chg="modSp mod">
        <pc:chgData name="Tommaso Massone" userId="30f7c32bd57ce6fe" providerId="LiveId" clId="{4759AEB0-EAB6-4990-A4A0-832EA01C8298}" dt="2024-11-07T14:16:59.950" v="1040" actId="1076"/>
        <pc:sldMkLst>
          <pc:docMk/>
          <pc:sldMk cId="1684912476" sldId="271"/>
        </pc:sldMkLst>
        <pc:spChg chg="mod">
          <ac:chgData name="Tommaso Massone" userId="30f7c32bd57ce6fe" providerId="LiveId" clId="{4759AEB0-EAB6-4990-A4A0-832EA01C8298}" dt="2024-11-07T14:16:59.950" v="1040" actId="1076"/>
          <ac:spMkLst>
            <pc:docMk/>
            <pc:sldMk cId="1684912476" sldId="271"/>
            <ac:spMk id="2" creationId="{E2CE15F9-3F95-79E7-1072-B198574ADBF8}"/>
          </ac:spMkLst>
        </pc:spChg>
        <pc:spChg chg="mod">
          <ac:chgData name="Tommaso Massone" userId="30f7c32bd57ce6fe" providerId="LiveId" clId="{4759AEB0-EAB6-4990-A4A0-832EA01C8298}" dt="2024-11-07T13:36:57.521" v="360" actId="2711"/>
          <ac:spMkLst>
            <pc:docMk/>
            <pc:sldMk cId="1684912476" sldId="271"/>
            <ac:spMk id="4" creationId="{372F7896-F93E-CDB6-6EFA-697CF136D4FE}"/>
          </ac:spMkLst>
        </pc:spChg>
        <pc:grpChg chg="mod">
          <ac:chgData name="Tommaso Massone" userId="30f7c32bd57ce6fe" providerId="LiveId" clId="{4759AEB0-EAB6-4990-A4A0-832EA01C8298}" dt="2024-11-07T13:34:37.093" v="356" actId="1076"/>
          <ac:grpSpMkLst>
            <pc:docMk/>
            <pc:sldMk cId="1684912476" sldId="271"/>
            <ac:grpSpMk id="13" creationId="{CD874A0D-E608-3857-2DAD-126F22E01411}"/>
          </ac:grpSpMkLst>
        </pc:grpChg>
        <pc:grpChg chg="mod">
          <ac:chgData name="Tommaso Massone" userId="30f7c32bd57ce6fe" providerId="LiveId" clId="{4759AEB0-EAB6-4990-A4A0-832EA01C8298}" dt="2024-11-07T13:34:26.948" v="355" actId="1076"/>
          <ac:grpSpMkLst>
            <pc:docMk/>
            <pc:sldMk cId="1684912476" sldId="271"/>
            <ac:grpSpMk id="19" creationId="{3C5915B2-D87A-5CBD-FF01-2FAFCFF004B5}"/>
          </ac:grpSpMkLst>
        </pc:grpChg>
      </pc:sldChg>
      <pc:sldChg chg="delSp modSp mod">
        <pc:chgData name="Tommaso Massone" userId="30f7c32bd57ce6fe" providerId="LiveId" clId="{4759AEB0-EAB6-4990-A4A0-832EA01C8298}" dt="2024-11-09T14:59:05.610" v="1517" actId="478"/>
        <pc:sldMkLst>
          <pc:docMk/>
          <pc:sldMk cId="3216230810" sldId="272"/>
        </pc:sldMkLst>
        <pc:spChg chg="mod">
          <ac:chgData name="Tommaso Massone" userId="30f7c32bd57ce6fe" providerId="LiveId" clId="{4759AEB0-EAB6-4990-A4A0-832EA01C8298}" dt="2024-11-07T14:31:49.661" v="1492" actId="1076"/>
          <ac:spMkLst>
            <pc:docMk/>
            <pc:sldMk cId="3216230810" sldId="272"/>
            <ac:spMk id="2" creationId="{84C75ADD-B905-635B-0BA5-92F86347573C}"/>
          </ac:spMkLst>
        </pc:spChg>
        <pc:spChg chg="del mod">
          <ac:chgData name="Tommaso Massone" userId="30f7c32bd57ce6fe" providerId="LiveId" clId="{4759AEB0-EAB6-4990-A4A0-832EA01C8298}" dt="2024-11-09T14:59:05.610" v="1517" actId="478"/>
          <ac:spMkLst>
            <pc:docMk/>
            <pc:sldMk cId="3216230810" sldId="272"/>
            <ac:spMk id="19" creationId="{2A36DEE8-918F-82F5-07E6-FBC90B4670EB}"/>
          </ac:spMkLst>
        </pc:spChg>
        <pc:grpChg chg="mod">
          <ac:chgData name="Tommaso Massone" userId="30f7c32bd57ce6fe" providerId="LiveId" clId="{4759AEB0-EAB6-4990-A4A0-832EA01C8298}" dt="2024-11-07T14:32:03.030" v="1495" actId="1076"/>
          <ac:grpSpMkLst>
            <pc:docMk/>
            <pc:sldMk cId="3216230810" sldId="272"/>
            <ac:grpSpMk id="20" creationId="{A8F9F72C-17C0-13C2-AF1C-6B35D3FB0606}"/>
          </ac:grpSpMkLst>
        </pc:grpChg>
        <pc:grpChg chg="mod">
          <ac:chgData name="Tommaso Massone" userId="30f7c32bd57ce6fe" providerId="LiveId" clId="{4759AEB0-EAB6-4990-A4A0-832EA01C8298}" dt="2024-11-07T14:33:49.795" v="1515" actId="14100"/>
          <ac:grpSpMkLst>
            <pc:docMk/>
            <pc:sldMk cId="3216230810" sldId="272"/>
            <ac:grpSpMk id="23" creationId="{950F3685-831E-7207-AE60-029BF54A2D26}"/>
          </ac:grpSpMkLst>
        </pc:grpChg>
        <pc:grpChg chg="mod">
          <ac:chgData name="Tommaso Massone" userId="30f7c32bd57ce6fe" providerId="LiveId" clId="{4759AEB0-EAB6-4990-A4A0-832EA01C8298}" dt="2024-11-07T14:32:31.886" v="1503" actId="1076"/>
          <ac:grpSpMkLst>
            <pc:docMk/>
            <pc:sldMk cId="3216230810" sldId="272"/>
            <ac:grpSpMk id="26" creationId="{7CD096F3-EE91-8AC3-A403-A499013E115C}"/>
          </ac:grpSpMkLst>
        </pc:grpChg>
        <pc:graphicFrameChg chg="mod">
          <ac:chgData name="Tommaso Massone" userId="30f7c32bd57ce6fe" providerId="LiveId" clId="{4759AEB0-EAB6-4990-A4A0-832EA01C8298}" dt="2024-11-07T14:33:23.603" v="1514" actId="1076"/>
          <ac:graphicFrameMkLst>
            <pc:docMk/>
            <pc:sldMk cId="3216230810" sldId="272"/>
            <ac:graphicFrameMk id="18" creationId="{EA8A5119-2589-78D4-BEB0-D12C40B9C895}"/>
          </ac:graphicFrameMkLst>
        </pc:graphicFrameChg>
      </pc:sldChg>
    </pc:docChg>
  </pc:docChgLst>
  <pc:docChgLst>
    <pc:chgData name="Tommaso Massone" userId="30f7c32bd57ce6fe" providerId="LiveId" clId="{05508647-7E3B-44D1-821F-359EBEC71D87}"/>
    <pc:docChg chg="undo custSel modSld">
      <pc:chgData name="Tommaso Massone" userId="30f7c32bd57ce6fe" providerId="LiveId" clId="{05508647-7E3B-44D1-821F-359EBEC71D87}" dt="2024-11-18T17:34:22.183" v="443" actId="14100"/>
      <pc:docMkLst>
        <pc:docMk/>
      </pc:docMkLst>
      <pc:sldChg chg="setBg">
        <pc:chgData name="Tommaso Massone" userId="30f7c32bd57ce6fe" providerId="LiveId" clId="{05508647-7E3B-44D1-821F-359EBEC71D87}" dt="2024-11-15T13:53:27.383" v="348"/>
        <pc:sldMkLst>
          <pc:docMk/>
          <pc:sldMk cId="2155589268" sldId="256"/>
        </pc:sldMkLst>
      </pc:sldChg>
      <pc:sldChg chg="modSp mod">
        <pc:chgData name="Tommaso Massone" userId="30f7c32bd57ce6fe" providerId="LiveId" clId="{05508647-7E3B-44D1-821F-359EBEC71D87}" dt="2024-11-18T17:18:56.876" v="361" actId="20577"/>
        <pc:sldMkLst>
          <pc:docMk/>
          <pc:sldMk cId="3809278047" sldId="257"/>
        </pc:sldMkLst>
        <pc:spChg chg="mod">
          <ac:chgData name="Tommaso Massone" userId="30f7c32bd57ce6fe" providerId="LiveId" clId="{05508647-7E3B-44D1-821F-359EBEC71D87}" dt="2024-11-18T17:18:56.876" v="361" actId="20577"/>
          <ac:spMkLst>
            <pc:docMk/>
            <pc:sldMk cId="3809278047" sldId="257"/>
            <ac:spMk id="3" creationId="{4D2B061B-8761-716B-CA82-1378604B2410}"/>
          </ac:spMkLst>
        </pc:spChg>
      </pc:sldChg>
      <pc:sldChg chg="modSp mod">
        <pc:chgData name="Tommaso Massone" userId="30f7c32bd57ce6fe" providerId="LiveId" clId="{05508647-7E3B-44D1-821F-359EBEC71D87}" dt="2024-11-18T17:32:23.436" v="424"/>
        <pc:sldMkLst>
          <pc:docMk/>
          <pc:sldMk cId="2446016024" sldId="258"/>
        </pc:sldMkLst>
        <pc:spChg chg="mod">
          <ac:chgData name="Tommaso Massone" userId="30f7c32bd57ce6fe" providerId="LiveId" clId="{05508647-7E3B-44D1-821F-359EBEC71D87}" dt="2024-11-18T17:32:23.436" v="424"/>
          <ac:spMkLst>
            <pc:docMk/>
            <pc:sldMk cId="2446016024" sldId="258"/>
            <ac:spMk id="3" creationId="{227365A1-FC8D-7636-664F-FDD352120827}"/>
          </ac:spMkLst>
        </pc:spChg>
        <pc:spChg chg="mod">
          <ac:chgData name="Tommaso Massone" userId="30f7c32bd57ce6fe" providerId="LiveId" clId="{05508647-7E3B-44D1-821F-359EBEC71D87}" dt="2024-11-18T17:23:20.483" v="383" actId="1076"/>
          <ac:spMkLst>
            <pc:docMk/>
            <pc:sldMk cId="2446016024" sldId="258"/>
            <ac:spMk id="5" creationId="{8365BEF7-E744-627C-74CF-83E751102805}"/>
          </ac:spMkLst>
        </pc:spChg>
        <pc:spChg chg="mod">
          <ac:chgData name="Tommaso Massone" userId="30f7c32bd57ce6fe" providerId="LiveId" clId="{05508647-7E3B-44D1-821F-359EBEC71D87}" dt="2024-11-18T17:23:07.826" v="381" actId="255"/>
          <ac:spMkLst>
            <pc:docMk/>
            <pc:sldMk cId="2446016024" sldId="258"/>
            <ac:spMk id="6" creationId="{A560F2F6-A654-CADB-F12D-5A3ED2802E30}"/>
          </ac:spMkLst>
        </pc:spChg>
        <pc:spChg chg="mod">
          <ac:chgData name="Tommaso Massone" userId="30f7c32bd57ce6fe" providerId="LiveId" clId="{05508647-7E3B-44D1-821F-359EBEC71D87}" dt="2024-11-18T17:30:36.120" v="409" actId="2711"/>
          <ac:spMkLst>
            <pc:docMk/>
            <pc:sldMk cId="2446016024" sldId="258"/>
            <ac:spMk id="7" creationId="{952A9FF1-0DF7-0AB3-07F5-2074408A5326}"/>
          </ac:spMkLst>
        </pc:spChg>
        <pc:spChg chg="mod">
          <ac:chgData name="Tommaso Massone" userId="30f7c32bd57ce6fe" providerId="LiveId" clId="{05508647-7E3B-44D1-821F-359EBEC71D87}" dt="2024-11-18T17:23:36.001" v="384" actId="1076"/>
          <ac:spMkLst>
            <pc:docMk/>
            <pc:sldMk cId="2446016024" sldId="258"/>
            <ac:spMk id="8" creationId="{21DD4A10-25D8-686A-BB45-5613E4411950}"/>
          </ac:spMkLst>
        </pc:spChg>
        <pc:spChg chg="mod">
          <ac:chgData name="Tommaso Massone" userId="30f7c32bd57ce6fe" providerId="LiveId" clId="{05508647-7E3B-44D1-821F-359EBEC71D87}" dt="2024-11-18T17:23:07.826" v="381" actId="255"/>
          <ac:spMkLst>
            <pc:docMk/>
            <pc:sldMk cId="2446016024" sldId="258"/>
            <ac:spMk id="9" creationId="{7CEE44BD-97B1-5AAE-8509-4FF8FDEBADBB}"/>
          </ac:spMkLst>
        </pc:spChg>
        <pc:spChg chg="mod">
          <ac:chgData name="Tommaso Massone" userId="30f7c32bd57ce6fe" providerId="LiveId" clId="{05508647-7E3B-44D1-821F-359EBEC71D87}" dt="2024-11-18T17:24:39.684" v="387" actId="1076"/>
          <ac:spMkLst>
            <pc:docMk/>
            <pc:sldMk cId="2446016024" sldId="258"/>
            <ac:spMk id="16" creationId="{82D6946C-585D-D0F4-9111-4EDE2A66D403}"/>
          </ac:spMkLst>
        </pc:spChg>
        <pc:grpChg chg="mod">
          <ac:chgData name="Tommaso Massone" userId="30f7c32bd57ce6fe" providerId="LiveId" clId="{05508647-7E3B-44D1-821F-359EBEC71D87}" dt="2024-11-18T17:23:07.826" v="381" actId="255"/>
          <ac:grpSpMkLst>
            <pc:docMk/>
            <pc:sldMk cId="2446016024" sldId="258"/>
            <ac:grpSpMk id="12" creationId="{4E5C14E8-3F52-11E5-9057-229DAC74D91E}"/>
          </ac:grpSpMkLst>
        </pc:grpChg>
        <pc:graphicFrameChg chg="modGraphic">
          <ac:chgData name="Tommaso Massone" userId="30f7c32bd57ce6fe" providerId="LiveId" clId="{05508647-7E3B-44D1-821F-359EBEC71D87}" dt="2024-11-18T17:21:31.674" v="367" actId="122"/>
          <ac:graphicFrameMkLst>
            <pc:docMk/>
            <pc:sldMk cId="2446016024" sldId="258"/>
            <ac:graphicFrameMk id="4" creationId="{A1A501E4-0EB0-D30F-B9DE-1D5C97F0BE0B}"/>
          </ac:graphicFrameMkLst>
        </pc:graphicFrameChg>
      </pc:sldChg>
      <pc:sldChg chg="modSp mod">
        <pc:chgData name="Tommaso Massone" userId="30f7c32bd57ce6fe" providerId="LiveId" clId="{05508647-7E3B-44D1-821F-359EBEC71D87}" dt="2024-11-18T17:34:22.183" v="443" actId="14100"/>
        <pc:sldMkLst>
          <pc:docMk/>
          <pc:sldMk cId="2953681392" sldId="265"/>
        </pc:sldMkLst>
        <pc:spChg chg="mod">
          <ac:chgData name="Tommaso Massone" userId="30f7c32bd57ce6fe" providerId="LiveId" clId="{05508647-7E3B-44D1-821F-359EBEC71D87}" dt="2024-11-18T17:34:22.183" v="443" actId="14100"/>
          <ac:spMkLst>
            <pc:docMk/>
            <pc:sldMk cId="2953681392" sldId="265"/>
            <ac:spMk id="26" creationId="{E9B3A365-8306-4A6E-5C1A-7A25053CAC34}"/>
          </ac:spMkLst>
        </pc:spChg>
      </pc:sldChg>
      <pc:sldChg chg="modSp mod">
        <pc:chgData name="Tommaso Massone" userId="30f7c32bd57ce6fe" providerId="LiveId" clId="{05508647-7E3B-44D1-821F-359EBEC71D87}" dt="2024-11-15T13:54:34.020" v="359" actId="20577"/>
        <pc:sldMkLst>
          <pc:docMk/>
          <pc:sldMk cId="2949926885" sldId="266"/>
        </pc:sldMkLst>
        <pc:spChg chg="mod">
          <ac:chgData name="Tommaso Massone" userId="30f7c32bd57ce6fe" providerId="LiveId" clId="{05508647-7E3B-44D1-821F-359EBEC71D87}" dt="2024-11-15T13:54:34.020" v="359" actId="20577"/>
          <ac:spMkLst>
            <pc:docMk/>
            <pc:sldMk cId="2949926885" sldId="266"/>
            <ac:spMk id="6" creationId="{E1993C0E-BC43-74DC-BD74-02B83A28373F}"/>
          </ac:spMkLst>
        </pc:spChg>
      </pc:sldChg>
      <pc:sldChg chg="modSp mod">
        <pc:chgData name="Tommaso Massone" userId="30f7c32bd57ce6fe" providerId="LiveId" clId="{05508647-7E3B-44D1-821F-359EBEC71D87}" dt="2024-11-15T13:54:53.523" v="360" actId="14100"/>
        <pc:sldMkLst>
          <pc:docMk/>
          <pc:sldMk cId="3216230810" sldId="272"/>
        </pc:sldMkLst>
        <pc:graphicFrameChg chg="mod">
          <ac:chgData name="Tommaso Massone" userId="30f7c32bd57ce6fe" providerId="LiveId" clId="{05508647-7E3B-44D1-821F-359EBEC71D87}" dt="2024-11-15T13:54:53.523" v="360" actId="14100"/>
          <ac:graphicFrameMkLst>
            <pc:docMk/>
            <pc:sldMk cId="3216230810" sldId="272"/>
            <ac:graphicFrameMk id="18" creationId="{EA8A5119-2589-78D4-BEB0-D12C40B9C89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olitoit-my.sharepoint.com/personal/s273176_studenti_polito_it/Documents/NMS%20Project/LAIB_1/LAIB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olitoit-my.sharepoint.com/personal/s273176_studenti_polito_it/Documents/NMS%20Project/LAIB_1/LAIB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olitoit-my.sharepoint.com/personal/s273176_studenti_polito_it/Documents/NMS%20Project/LAIB_1/LAIB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olitoit-my.sharepoint.com/personal/s273176_studenti_polito_it/Documents/NMS%20Project/LAIB_1/LAIB_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politoit-my.sharepoint.com/personal/s273176_studenti_polito_it/Documents/NMS%20Project/LAIB_1/LAIB_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politoit-my.sharepoint.com/personal/s273176_studenti_polito_it/Documents/NMS%20Project/LAIB_1/LAIB_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99586146043594"/>
          <c:y val="0.10776747207719342"/>
          <c:w val="0.79765176922566361"/>
          <c:h val="0.76117302602236536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Foglio1!$E$13:$E$19</c:f>
              <c:numCache>
                <c:formatCode>General</c:formatCode>
                <c:ptCount val="7"/>
                <c:pt idx="0">
                  <c:v>8</c:v>
                </c:pt>
                <c:pt idx="1">
                  <c:v>32</c:v>
                </c:pt>
                <c:pt idx="2">
                  <c:v>128</c:v>
                </c:pt>
                <c:pt idx="3">
                  <c:v>240</c:v>
                </c:pt>
                <c:pt idx="4">
                  <c:v>512</c:v>
                </c:pt>
                <c:pt idx="5">
                  <c:v>2048</c:v>
                </c:pt>
                <c:pt idx="6">
                  <c:v>4000</c:v>
                </c:pt>
              </c:numCache>
            </c:numRef>
          </c:xVal>
          <c:yVal>
            <c:numRef>
              <c:f>Foglio1!$J$13:$J$19</c:f>
              <c:numCache>
                <c:formatCode>General</c:formatCode>
                <c:ptCount val="7"/>
                <c:pt idx="0">
                  <c:v>8.7050000000000001</c:v>
                </c:pt>
                <c:pt idx="1">
                  <c:v>9.2769999999999992</c:v>
                </c:pt>
                <c:pt idx="2">
                  <c:v>12.58</c:v>
                </c:pt>
                <c:pt idx="3">
                  <c:v>13.63</c:v>
                </c:pt>
                <c:pt idx="4">
                  <c:v>14.28</c:v>
                </c:pt>
                <c:pt idx="5">
                  <c:v>14.81</c:v>
                </c:pt>
                <c:pt idx="6">
                  <c:v>14.89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CA9-4573-9E58-72C6AEF1F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0622712"/>
        <c:axId val="560632632"/>
      </c:scatterChart>
      <c:valAx>
        <c:axId val="5606227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n°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632632"/>
        <c:crosses val="autoZero"/>
        <c:crossBetween val="midCat"/>
      </c:valAx>
      <c:valAx>
        <c:axId val="560632632"/>
        <c:scaling>
          <c:orientation val="minMax"/>
          <c:min val="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Shear Stress </a:t>
                </a:r>
                <a:r>
                  <a:rPr lang="el-GR"/>
                  <a:t>τ</a:t>
                </a:r>
                <a:r>
                  <a:rPr lang="en-US" baseline="-25000"/>
                  <a:t>xy</a:t>
                </a:r>
                <a:r>
                  <a:rPr lang="en-US"/>
                  <a:t> [MPa]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6227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757668290387118"/>
          <c:y val="7.5334730398222818E-2"/>
          <c:w val="0.76755810095532029"/>
          <c:h val="0.76812259985888742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Foglio1!$E$13:$E$19</c:f>
              <c:numCache>
                <c:formatCode>General</c:formatCode>
                <c:ptCount val="7"/>
                <c:pt idx="0">
                  <c:v>8</c:v>
                </c:pt>
                <c:pt idx="1">
                  <c:v>32</c:v>
                </c:pt>
                <c:pt idx="2">
                  <c:v>128</c:v>
                </c:pt>
                <c:pt idx="3">
                  <c:v>240</c:v>
                </c:pt>
                <c:pt idx="4">
                  <c:v>512</c:v>
                </c:pt>
                <c:pt idx="5">
                  <c:v>2048</c:v>
                </c:pt>
                <c:pt idx="6">
                  <c:v>4000</c:v>
                </c:pt>
              </c:numCache>
            </c:numRef>
          </c:xVal>
          <c:yVal>
            <c:numRef>
              <c:f>Foglio1!$H$13:$H$19</c:f>
              <c:numCache>
                <c:formatCode>General</c:formatCode>
                <c:ptCount val="7"/>
                <c:pt idx="0">
                  <c:v>3.4160000000000003E-2</c:v>
                </c:pt>
                <c:pt idx="1">
                  <c:v>7.7649999999999997E-2</c:v>
                </c:pt>
                <c:pt idx="2">
                  <c:v>0.1242</c:v>
                </c:pt>
                <c:pt idx="3">
                  <c:v>0.13769999999999999</c:v>
                </c:pt>
                <c:pt idx="4">
                  <c:v>0.14760000000000001</c:v>
                </c:pt>
                <c:pt idx="5">
                  <c:v>0.1552</c:v>
                </c:pt>
                <c:pt idx="6">
                  <c:v>0.15640000000000001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63-47EE-A465-04509E865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9917840"/>
        <c:axId val="269917200"/>
      </c:scatterChart>
      <c:valAx>
        <c:axId val="269917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n°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9917200"/>
        <c:crosses val="autoZero"/>
        <c:crossBetween val="midCat"/>
      </c:valAx>
      <c:valAx>
        <c:axId val="26991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Displacement f [mm]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9917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Foglio1!$E$13:$E$19</c:f>
              <c:numCache>
                <c:formatCode>General</c:formatCode>
                <c:ptCount val="7"/>
                <c:pt idx="0">
                  <c:v>8</c:v>
                </c:pt>
                <c:pt idx="1">
                  <c:v>32</c:v>
                </c:pt>
                <c:pt idx="2">
                  <c:v>128</c:v>
                </c:pt>
                <c:pt idx="3">
                  <c:v>240</c:v>
                </c:pt>
                <c:pt idx="4">
                  <c:v>512</c:v>
                </c:pt>
                <c:pt idx="5">
                  <c:v>2048</c:v>
                </c:pt>
                <c:pt idx="6">
                  <c:v>4000</c:v>
                </c:pt>
              </c:numCache>
            </c:numRef>
          </c:xVal>
          <c:yVal>
            <c:numRef>
              <c:f>Foglio1!$I$13:$I$19</c:f>
              <c:numCache>
                <c:formatCode>General</c:formatCode>
                <c:ptCount val="7"/>
                <c:pt idx="0">
                  <c:v>12.86</c:v>
                </c:pt>
                <c:pt idx="1">
                  <c:v>49.38</c:v>
                </c:pt>
                <c:pt idx="2">
                  <c:v>98.29</c:v>
                </c:pt>
                <c:pt idx="3">
                  <c:v>116.1</c:v>
                </c:pt>
                <c:pt idx="4">
                  <c:v>128.4</c:v>
                </c:pt>
                <c:pt idx="5">
                  <c:v>141.1</c:v>
                </c:pt>
                <c:pt idx="6">
                  <c:v>143.5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D83-4CC5-831F-AF7612B59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1665208"/>
        <c:axId val="641662008"/>
      </c:scatterChart>
      <c:valAx>
        <c:axId val="641665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n° of elements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1662008"/>
        <c:crosses val="autoZero"/>
        <c:crossBetween val="midCat"/>
      </c:valAx>
      <c:valAx>
        <c:axId val="641662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Normal Stress </a:t>
                </a:r>
                <a:r>
                  <a:rPr lang="el-GR"/>
                  <a:t>σ</a:t>
                </a:r>
                <a:r>
                  <a:rPr lang="en-US" baseline="-25000"/>
                  <a:t>xx</a:t>
                </a:r>
                <a:r>
                  <a:rPr lang="en-US"/>
                  <a:t> [MPa]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1665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57312358548974"/>
          <c:y val="0.10263600786337289"/>
          <c:w val="0.74620269869065026"/>
          <c:h val="0.7630677390917252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Foglio1!$E$6:$E$12</c:f>
              <c:numCache>
                <c:formatCode>General</c:formatCode>
                <c:ptCount val="7"/>
                <c:pt idx="0">
                  <c:v>4</c:v>
                </c:pt>
                <c:pt idx="1">
                  <c:v>16</c:v>
                </c:pt>
                <c:pt idx="2">
                  <c:v>64</c:v>
                </c:pt>
                <c:pt idx="3">
                  <c:v>120</c:v>
                </c:pt>
                <c:pt idx="4">
                  <c:v>256</c:v>
                </c:pt>
                <c:pt idx="5">
                  <c:v>1024</c:v>
                </c:pt>
                <c:pt idx="6">
                  <c:v>2000</c:v>
                </c:pt>
              </c:numCache>
            </c:numRef>
          </c:xVal>
          <c:yVal>
            <c:numRef>
              <c:f>Foglio1!$H$6:$H$12</c:f>
              <c:numCache>
                <c:formatCode>General</c:formatCode>
                <c:ptCount val="7"/>
                <c:pt idx="0">
                  <c:v>0.15409999999999999</c:v>
                </c:pt>
                <c:pt idx="1">
                  <c:v>0.1547</c:v>
                </c:pt>
                <c:pt idx="2">
                  <c:v>0.15670000000000001</c:v>
                </c:pt>
                <c:pt idx="3">
                  <c:v>0.15720000000000001</c:v>
                </c:pt>
                <c:pt idx="4">
                  <c:v>0.15759999999999999</c:v>
                </c:pt>
                <c:pt idx="5">
                  <c:v>0.15790000000000001</c:v>
                </c:pt>
                <c:pt idx="6">
                  <c:v>0.15790000000000001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F33-4239-8A39-8A03469377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2532624"/>
        <c:axId val="582533264"/>
      </c:scatterChart>
      <c:valAx>
        <c:axId val="582532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n°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533264"/>
        <c:crosses val="autoZero"/>
        <c:crossBetween val="midCat"/>
      </c:valAx>
      <c:valAx>
        <c:axId val="582533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displacement f [mm]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5326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Foglio1!$E$13:$E$19</c:f>
              <c:numCache>
                <c:formatCode>General</c:formatCode>
                <c:ptCount val="7"/>
                <c:pt idx="0">
                  <c:v>8</c:v>
                </c:pt>
                <c:pt idx="1">
                  <c:v>32</c:v>
                </c:pt>
                <c:pt idx="2">
                  <c:v>128</c:v>
                </c:pt>
                <c:pt idx="3">
                  <c:v>240</c:v>
                </c:pt>
                <c:pt idx="4">
                  <c:v>512</c:v>
                </c:pt>
                <c:pt idx="5">
                  <c:v>2048</c:v>
                </c:pt>
                <c:pt idx="6">
                  <c:v>4000</c:v>
                </c:pt>
              </c:numCache>
            </c:numRef>
          </c:xVal>
          <c:yVal>
            <c:numRef>
              <c:f>Foglio1!$I$13:$I$19</c:f>
              <c:numCache>
                <c:formatCode>General</c:formatCode>
                <c:ptCount val="7"/>
                <c:pt idx="0">
                  <c:v>12.86</c:v>
                </c:pt>
                <c:pt idx="1">
                  <c:v>49.38</c:v>
                </c:pt>
                <c:pt idx="2">
                  <c:v>98.29</c:v>
                </c:pt>
                <c:pt idx="3">
                  <c:v>116.1</c:v>
                </c:pt>
                <c:pt idx="4">
                  <c:v>128.4</c:v>
                </c:pt>
                <c:pt idx="5">
                  <c:v>141.1</c:v>
                </c:pt>
                <c:pt idx="6">
                  <c:v>143.5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0B2-4FAD-A298-2A62E71C2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1665208"/>
        <c:axId val="641662008"/>
      </c:scatterChart>
      <c:valAx>
        <c:axId val="641665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n° of elements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1662008"/>
        <c:crosses val="autoZero"/>
        <c:crossBetween val="midCat"/>
      </c:valAx>
      <c:valAx>
        <c:axId val="641662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Normal Stress </a:t>
                </a:r>
                <a:r>
                  <a:rPr lang="el-GR"/>
                  <a:t>σ</a:t>
                </a:r>
                <a:r>
                  <a:rPr lang="en-US" baseline="-25000"/>
                  <a:t>xx</a:t>
                </a:r>
                <a:r>
                  <a:rPr lang="en-US"/>
                  <a:t> [MPa]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1665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Foglio1!$E$6:$E$12</c:f>
              <c:numCache>
                <c:formatCode>General</c:formatCode>
                <c:ptCount val="7"/>
                <c:pt idx="0">
                  <c:v>4</c:v>
                </c:pt>
                <c:pt idx="1">
                  <c:v>16</c:v>
                </c:pt>
                <c:pt idx="2">
                  <c:v>64</c:v>
                </c:pt>
                <c:pt idx="3">
                  <c:v>120</c:v>
                </c:pt>
                <c:pt idx="4">
                  <c:v>256</c:v>
                </c:pt>
                <c:pt idx="5">
                  <c:v>1024</c:v>
                </c:pt>
                <c:pt idx="6">
                  <c:v>2000</c:v>
                </c:pt>
              </c:numCache>
            </c:numRef>
          </c:xVal>
          <c:yVal>
            <c:numRef>
              <c:f>Foglio1!$J$6:$J$12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13.6</c:v>
                </c:pt>
                <c:pt idx="3">
                  <c:v>14.38</c:v>
                </c:pt>
                <c:pt idx="4">
                  <c:v>14.65</c:v>
                </c:pt>
                <c:pt idx="5">
                  <c:v>14.91</c:v>
                </c:pt>
                <c:pt idx="6">
                  <c:v>14.94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8E-4476-B38F-A2224AE14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1652088"/>
        <c:axId val="641654648"/>
      </c:scatterChart>
      <c:valAx>
        <c:axId val="641652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n°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1654648"/>
        <c:crosses val="autoZero"/>
        <c:crossBetween val="midCat"/>
      </c:valAx>
      <c:valAx>
        <c:axId val="641654648"/>
        <c:scaling>
          <c:orientation val="minMax"/>
          <c:min val="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Shear Stress </a:t>
                </a:r>
                <a:r>
                  <a:rPr lang="el-GR"/>
                  <a:t>τ</a:t>
                </a:r>
                <a:r>
                  <a:rPr lang="it-IT"/>
                  <a:t>xy  </a:t>
                </a:r>
                <a:r>
                  <a:rPr lang="en-US"/>
                  <a:t>[MPa]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1652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20FD58-74EE-3CBC-FE86-779C0FA80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D9BE65E-6897-AAFE-44DC-928F4AFF8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1BF106-4B87-6D99-267C-394B32B5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7DED0D-7616-2ED3-DAE7-D520470F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20B95-2067-0672-9A90-3CEF7259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93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79BF04-418E-0604-AE82-4A2B1F38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469F0-F712-DA77-8FD0-59E812FF4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C316DE-B53C-B2BF-2EFD-E95F65DF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9BE707-8AD4-64DF-A201-E2B3077F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A32672-BD87-9619-6B40-AF5A3A3D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940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F5127D-589F-FA9F-B385-D601358D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99D7E9-0A13-BFEA-6F8F-6C30E06F9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D7A143-9280-C388-FDE2-D156330F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083B73-4846-6AE7-5D15-B31F1865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4FC107-E40D-91E7-541A-16C634DA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051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29B4BE-AB64-AA72-B022-D65C43F6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8B74F9-AB5D-1B63-EE53-F1279DBA4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7D88D6-1DC7-26F6-8A19-6A8C0BDF3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9315BE-2E12-92FE-C3D4-93200BC4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D4503D0-F698-5C25-D090-E35C4E25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2111F0-325B-4F9A-D393-25F4E4D4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07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F3058B-68BF-482A-129C-106C8265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15D004-F35B-E5FB-A955-885ED6E66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5D13AB-4C45-7DA2-1FA5-EB3BABB4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5200F2B-11DE-86B9-38CE-83205652A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7056DC1-EAC7-AC9E-2408-5E8E3D238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AABC82F-4C00-2F36-25EC-5669FFFA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ECA82AA-2A50-8A79-D563-9767226D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5A700A0-B69C-DB01-01BC-F372D8D4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562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70C2B9-319D-55CD-BFF9-6486C56B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6CB8D9-475A-EC64-14FE-126D8DB7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6CABE71-F6F6-E32E-2066-F91F16B3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2A3C6C6-D422-FE4D-95A3-0F356188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45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E1F6F8F-D7C9-087E-9D89-EE167F98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EBF01F6-4A96-4AA3-CD60-C5DD6AA3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5F6EB4-305B-C1AA-A31A-1602E985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5860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C2870D-4F7F-3F49-3687-31E3056E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3F6930-03AA-3059-85E0-7BF41CAA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DF9A091-BA5E-7C6D-22C5-21ABF550E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8F77CB-E7EF-C2A0-151F-C51B2DA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AA2016-43FB-DE42-B38D-0D88A5F7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F84B01-9B8E-18A7-0599-1EAD0AB4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87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EDB19F-7D0A-63E3-6356-2DA0F68E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7182663-FAF8-4534-7352-7EA8047C2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F82F80-4E1D-B06B-E207-E3EB5579B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54C0DE-8FB8-9BEB-7F33-3857F672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FA8C81-1276-1E81-FD97-DB6E3FBA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2D788AB-F8D6-29DD-66AB-B607F18D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377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C967D5-0435-CD7B-0E65-E53B64FD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DB98EC5-F681-E2DE-BAFA-8BECC46DA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E80740-AE29-C33A-ABEF-B3EA5333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CA486E-B4D0-1612-A8C7-E2CBE926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5889DE-F77E-E540-231C-0268448B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708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0994A3-2D76-311C-F07C-CD07DD07C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79F5AAF-C615-9A2C-5B87-00489A472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C46890-88C8-A39F-33E0-C3215AA9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3A0F90-B0CC-E6CA-FF0A-A960DE95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CB8406-9F87-3E06-0142-694F1F9F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393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8704AD2-5E5B-0FB7-02B3-E1EEDAE49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E40C34-0D42-6A11-7469-92378E520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D6565A-2BF1-63BC-0DC8-3E29A56D0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996C-314D-4C99-A525-6AFC4062CF29}" type="datetimeFigureOut">
              <a:rPr lang="it-IT" smtClean="0"/>
              <a:t>18/11/2024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7D6476-CF6E-41B8-EDE6-70210C9D4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B6ABEE-3C83-A63C-FD1B-1201DFA2B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8366B-51B1-4996-AC4A-69BF4F6BBFD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013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5">
                <a:lumMod val="5000"/>
                <a:lumOff val="9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5C5746B-0F53-4897-2A9A-29FD6FCBE2B5}"/>
              </a:ext>
            </a:extLst>
          </p:cNvPr>
          <p:cNvSpPr txBox="1"/>
          <p:nvPr/>
        </p:nvSpPr>
        <p:spPr>
          <a:xfrm>
            <a:off x="3257742" y="2715670"/>
            <a:ext cx="5673468" cy="9541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rPr>
              <a:t>Cantilever beam</a:t>
            </a: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1B980CF1-D82F-8DF3-FA9C-CEA44881F5D6}"/>
              </a:ext>
            </a:extLst>
          </p:cNvPr>
          <p:cNvGrpSpPr/>
          <p:nvPr/>
        </p:nvGrpSpPr>
        <p:grpSpPr>
          <a:xfrm>
            <a:off x="165669" y="5576819"/>
            <a:ext cx="8092326" cy="954108"/>
            <a:chOff x="152022" y="5431341"/>
            <a:chExt cx="8092326" cy="954108"/>
          </a:xfrm>
        </p:grpSpPr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3F8C6F42-B8AD-FDE6-DFFD-9D72A85B0CEF}"/>
                </a:ext>
              </a:extLst>
            </p:cNvPr>
            <p:cNvSpPr txBox="1"/>
            <p:nvPr/>
          </p:nvSpPr>
          <p:spPr>
            <a:xfrm>
              <a:off x="1106129" y="5431342"/>
              <a:ext cx="71382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err="1">
                  <a:latin typeface="Georgia" panose="02040502050405020303" pitchFamily="18" charset="0"/>
                </a:rPr>
                <a:t>Politecnico</a:t>
              </a:r>
              <a:r>
                <a:rPr lang="en-GB" sz="1400" dirty="0">
                  <a:latin typeface="Georgia" panose="02040502050405020303" pitchFamily="18" charset="0"/>
                </a:rPr>
                <a:t> di Torino – MSc Automotive Engineering</a:t>
              </a:r>
            </a:p>
            <a:p>
              <a:r>
                <a:rPr lang="it-IT" sz="1400" dirty="0" err="1">
                  <a:latin typeface="Georgia" panose="02040502050405020303" pitchFamily="18" charset="0"/>
                </a:rPr>
                <a:t>Numerical</a:t>
              </a:r>
              <a:r>
                <a:rPr lang="it-IT" sz="1400" dirty="0">
                  <a:latin typeface="Georgia" panose="02040502050405020303" pitchFamily="18" charset="0"/>
                </a:rPr>
                <a:t> </a:t>
              </a:r>
              <a:r>
                <a:rPr lang="en-GB" sz="1400" dirty="0">
                  <a:latin typeface="Georgia" panose="02040502050405020303" pitchFamily="18" charset="0"/>
                </a:rPr>
                <a:t>Modelling</a:t>
              </a:r>
              <a:r>
                <a:rPr lang="it-IT" sz="1400" dirty="0">
                  <a:latin typeface="Georgia" panose="02040502050405020303" pitchFamily="18" charset="0"/>
                </a:rPr>
                <a:t> and </a:t>
              </a:r>
              <a:r>
                <a:rPr lang="it-IT" sz="1400" dirty="0" err="1">
                  <a:latin typeface="Georgia" panose="02040502050405020303" pitchFamily="18" charset="0"/>
                </a:rPr>
                <a:t>Simulation</a:t>
              </a:r>
              <a:r>
                <a:rPr lang="it-IT" sz="1400" dirty="0">
                  <a:latin typeface="Georgia" panose="02040502050405020303" pitchFamily="18" charset="0"/>
                </a:rPr>
                <a:t> – Part A – prof. Alessandro </a:t>
              </a:r>
              <a:r>
                <a:rPr lang="it-IT" sz="1400" dirty="0" err="1">
                  <a:latin typeface="Georgia" panose="02040502050405020303" pitchFamily="18" charset="0"/>
                </a:rPr>
                <a:t>Scattina</a:t>
              </a:r>
              <a:endParaRPr lang="it-IT" sz="1400" dirty="0">
                <a:latin typeface="Georgia" panose="02040502050405020303" pitchFamily="18" charset="0"/>
              </a:endParaRPr>
            </a:p>
            <a:p>
              <a:r>
                <a:rPr lang="it-IT" sz="1400" dirty="0" err="1">
                  <a:latin typeface="Georgia" panose="02040502050405020303" pitchFamily="18" charset="0"/>
                </a:rPr>
                <a:t>Accademic</a:t>
              </a:r>
              <a:r>
                <a:rPr lang="it-IT" sz="1400" dirty="0">
                  <a:latin typeface="Georgia" panose="02040502050405020303" pitchFamily="18" charset="0"/>
                </a:rPr>
                <a:t> </a:t>
              </a:r>
              <a:r>
                <a:rPr lang="it-IT" sz="1400" dirty="0" err="1">
                  <a:latin typeface="Georgia" panose="02040502050405020303" pitchFamily="18" charset="0"/>
                </a:rPr>
                <a:t>year</a:t>
              </a:r>
              <a:r>
                <a:rPr lang="it-IT" sz="1400" dirty="0">
                  <a:latin typeface="Georgia" panose="02040502050405020303" pitchFamily="18" charset="0"/>
                </a:rPr>
                <a:t> 2024/2025</a:t>
              </a:r>
            </a:p>
            <a:p>
              <a:r>
                <a:rPr lang="it-IT" sz="1400" dirty="0">
                  <a:latin typeface="Georgia" panose="02040502050405020303" pitchFamily="18" charset="0"/>
                </a:rPr>
                <a:t>Tommaso Massone </a:t>
              </a:r>
            </a:p>
          </p:txBody>
        </p:sp>
        <p:pic>
          <p:nvPicPr>
            <p:cNvPr id="16" name="Immagine 15" descr="Immagine che contiene grafica vettoriale&#10;&#10;Descrizione generata automaticamente">
              <a:extLst>
                <a:ext uri="{FF2B5EF4-FFF2-40B4-BE49-F238E27FC236}">
                  <a16:creationId xmlns:a16="http://schemas.microsoft.com/office/drawing/2014/main" id="{57BB9233-0853-C31B-CEC9-9CBD8B112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022" y="5431341"/>
              <a:ext cx="954107" cy="954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558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2A4F49F-A6F0-990E-46FC-56D2C3BFFBF1}"/>
              </a:ext>
            </a:extLst>
          </p:cNvPr>
          <p:cNvSpPr txBox="1"/>
          <p:nvPr/>
        </p:nvSpPr>
        <p:spPr>
          <a:xfrm>
            <a:off x="838200" y="609600"/>
            <a:ext cx="3739341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rPr>
              <a:t>Creation of the models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2B061B-8761-716B-CA82-1378604B2410}"/>
              </a:ext>
            </a:extLst>
          </p:cNvPr>
          <p:cNvSpPr txBox="1"/>
          <p:nvPr/>
        </p:nvSpPr>
        <p:spPr>
          <a:xfrm>
            <a:off x="418810" y="2194102"/>
            <a:ext cx="4479894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Defined the nodes of the beam, the mesh can be created choosing the appropriate measure of the element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Georgia" panose="02040502050405020303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Temporary nodes need to be removed after the creation of the mesh; force, constraints and any type of boundary condition have to be directly applied to the mesh </a:t>
            </a:r>
          </a:p>
        </p:txBody>
      </p:sp>
      <p:pic>
        <p:nvPicPr>
          <p:cNvPr id="6" name="Immagine 5" descr="Immagine che contiene tavolo&#10;&#10;Descrizione generata automaticamente">
            <a:extLst>
              <a:ext uri="{FF2B5EF4-FFF2-40B4-BE49-F238E27FC236}">
                <a16:creationId xmlns:a16="http://schemas.microsoft.com/office/drawing/2014/main" id="{380CD791-E09A-9FC5-020A-58BC6BFFA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733" y="1119390"/>
            <a:ext cx="6694521" cy="4619219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01A38BDC-765E-DA0C-1D8F-DCD4275D8BC9}"/>
              </a:ext>
            </a:extLst>
          </p:cNvPr>
          <p:cNvSpPr/>
          <p:nvPr/>
        </p:nvSpPr>
        <p:spPr>
          <a:xfrm>
            <a:off x="8312959" y="4809801"/>
            <a:ext cx="836361" cy="42203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C2EE4E8D-A2A1-E4F6-4709-FB861BF83479}"/>
              </a:ext>
            </a:extLst>
          </p:cNvPr>
          <p:cNvCxnSpPr>
            <a:cxnSpLocks/>
          </p:cNvCxnSpPr>
          <p:nvPr/>
        </p:nvCxnSpPr>
        <p:spPr>
          <a:xfrm flipV="1">
            <a:off x="8104340" y="5231832"/>
            <a:ext cx="394653" cy="99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CF7C362-F0F4-4668-B1C9-212DD5689417}"/>
              </a:ext>
            </a:extLst>
          </p:cNvPr>
          <p:cNvSpPr txBox="1"/>
          <p:nvPr/>
        </p:nvSpPr>
        <p:spPr>
          <a:xfrm>
            <a:off x="6576164" y="6225436"/>
            <a:ext cx="3870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Georgia" panose="02040502050405020303" pitchFamily="18" charset="0"/>
              </a:rPr>
              <a:t>Reducing the element size the mesh is more accurate: effects of this change can be seen in table 1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8967089-4B10-8518-2D50-EB7EDB4CD52C}"/>
              </a:ext>
            </a:extLst>
          </p:cNvPr>
          <p:cNvSpPr/>
          <p:nvPr/>
        </p:nvSpPr>
        <p:spPr>
          <a:xfrm>
            <a:off x="5549030" y="1828800"/>
            <a:ext cx="288099" cy="36530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43E4538-CD10-4F23-35EB-1D58FB938FDD}"/>
              </a:ext>
            </a:extLst>
          </p:cNvPr>
          <p:cNvCxnSpPr/>
          <p:nvPr/>
        </p:nvCxnSpPr>
        <p:spPr>
          <a:xfrm flipH="1">
            <a:off x="5837129" y="839244"/>
            <a:ext cx="551145" cy="876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CF09980-895B-5032-CA38-E922625FDECE}"/>
              </a:ext>
            </a:extLst>
          </p:cNvPr>
          <p:cNvSpPr txBox="1"/>
          <p:nvPr/>
        </p:nvSpPr>
        <p:spPr>
          <a:xfrm>
            <a:off x="6405893" y="609600"/>
            <a:ext cx="1922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Georgia" panose="02040502050405020303" pitchFamily="18" charset="0"/>
              </a:rPr>
              <a:t>Temporary node</a:t>
            </a:r>
          </a:p>
        </p:txBody>
      </p:sp>
    </p:spTree>
    <p:extLst>
      <p:ext uri="{BB962C8B-B14F-4D97-AF65-F5344CB8AC3E}">
        <p14:creationId xmlns:p14="http://schemas.microsoft.com/office/powerpoint/2010/main" val="380927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B4D578A-F2C4-4EA9-A811-B48E66D63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26514B2-4161-010B-4EB1-08A66155F57F}"/>
              </a:ext>
            </a:extLst>
          </p:cNvPr>
          <p:cNvSpPr txBox="1"/>
          <p:nvPr/>
        </p:nvSpPr>
        <p:spPr>
          <a:xfrm>
            <a:off x="482900" y="510021"/>
            <a:ext cx="2895493" cy="7398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342900" indent="-3429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  <a:ea typeface="+mj-ea"/>
                <a:cs typeface="+mj-cs"/>
              </a:rPr>
              <a:t>Boundary conditions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52282A5-D88E-5C30-A130-CB6A0FBAA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03" y="2946566"/>
            <a:ext cx="4263794" cy="2931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ECB8D64-7558-FCF1-AB8C-CD3EB0903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874" y="2939720"/>
            <a:ext cx="4279355" cy="2931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magine 3" descr="Immagine che contiene tavolo&#10;&#10;Descrizione generata automaticamente">
            <a:extLst>
              <a:ext uri="{FF2B5EF4-FFF2-40B4-BE49-F238E27FC236}">
                <a16:creationId xmlns:a16="http://schemas.microsoft.com/office/drawing/2014/main" id="{2D6E066D-39B9-6C2A-0D51-14CF0E5B0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134" y="1519800"/>
            <a:ext cx="6506435" cy="1138624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D1BBB0A4-49A7-F464-2068-E83F80BB5A06}"/>
              </a:ext>
            </a:extLst>
          </p:cNvPr>
          <p:cNvSpPr/>
          <p:nvPr/>
        </p:nvSpPr>
        <p:spPr>
          <a:xfrm>
            <a:off x="3995644" y="1519800"/>
            <a:ext cx="1209822" cy="113862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FDB09622-EC54-7AC8-21BB-C27B65FE12E5}"/>
              </a:ext>
            </a:extLst>
          </p:cNvPr>
          <p:cNvGrpSpPr/>
          <p:nvPr/>
        </p:nvGrpSpPr>
        <p:grpSpPr>
          <a:xfrm>
            <a:off x="5055090" y="658853"/>
            <a:ext cx="4472417" cy="597873"/>
            <a:chOff x="4876800" y="1103927"/>
            <a:chExt cx="4472417" cy="597873"/>
          </a:xfrm>
        </p:grpSpPr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23B52BD1-8E30-2286-D9F7-FFF2E1292D1C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4876800" y="1334760"/>
              <a:ext cx="774700" cy="367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2C9E4258-0B07-92C4-979D-35E276C437D9}"/>
                </a:ext>
              </a:extLst>
            </p:cNvPr>
            <p:cNvSpPr txBox="1"/>
            <p:nvPr/>
          </p:nvSpPr>
          <p:spPr>
            <a:xfrm>
              <a:off x="5651500" y="1103927"/>
              <a:ext cx="36977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>
                  <a:latin typeface="Georgia" panose="02040502050405020303" pitchFamily="18" charset="0"/>
                </a:rPr>
                <a:t>In the </a:t>
              </a:r>
              <a:r>
                <a:rPr lang="it-IT" sz="1200" dirty="0" err="1">
                  <a:latin typeface="Georgia" panose="02040502050405020303" pitchFamily="18" charset="0"/>
                </a:rPr>
                <a:t>analysis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section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there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is</a:t>
              </a:r>
              <a:r>
                <a:rPr lang="it-IT" sz="1200" dirty="0">
                  <a:latin typeface="Georgia" panose="02040502050405020303" pitchFamily="18" charset="0"/>
                </a:rPr>
                <a:t> the </a:t>
              </a:r>
              <a:r>
                <a:rPr lang="it-IT" sz="1200" dirty="0" err="1">
                  <a:latin typeface="Georgia" panose="02040502050405020303" pitchFamily="18" charset="0"/>
                </a:rPr>
                <a:t>possibility</a:t>
              </a:r>
              <a:r>
                <a:rPr lang="it-IT" sz="1200" dirty="0">
                  <a:latin typeface="Georgia" panose="02040502050405020303" pitchFamily="18" charset="0"/>
                </a:rPr>
                <a:t> to set the </a:t>
              </a:r>
              <a:r>
                <a:rPr lang="it-IT" sz="1200" dirty="0" err="1">
                  <a:latin typeface="Georgia" panose="02040502050405020303" pitchFamily="18" charset="0"/>
                </a:rPr>
                <a:t>boundary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conditions</a:t>
              </a:r>
              <a:r>
                <a:rPr lang="it-IT" sz="1200" dirty="0">
                  <a:latin typeface="Georgia" panose="02040502050405020303" pitchFamily="18" charset="0"/>
                </a:rPr>
                <a:t> of the system </a:t>
              </a:r>
              <a:r>
                <a:rPr lang="it-IT" sz="1200" dirty="0" err="1">
                  <a:latin typeface="Georgia" panose="02040502050405020303" pitchFamily="18" charset="0"/>
                </a:rPr>
                <a:t>examined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</a:p>
          </p:txBody>
        </p:sp>
      </p:grpSp>
      <p:sp>
        <p:nvSpPr>
          <p:cNvPr id="14" name="Ovale 13">
            <a:extLst>
              <a:ext uri="{FF2B5EF4-FFF2-40B4-BE49-F238E27FC236}">
                <a16:creationId xmlns:a16="http://schemas.microsoft.com/office/drawing/2014/main" id="{4D0BFC2D-1335-E0D8-7ACE-78F47BD8A213}"/>
              </a:ext>
            </a:extLst>
          </p:cNvPr>
          <p:cNvSpPr/>
          <p:nvPr/>
        </p:nvSpPr>
        <p:spPr>
          <a:xfrm>
            <a:off x="1192953" y="5357708"/>
            <a:ext cx="1636181" cy="42203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0A8A4CED-90EB-0AA0-A390-60E5A45AFCFD}"/>
              </a:ext>
            </a:extLst>
          </p:cNvPr>
          <p:cNvSpPr/>
          <p:nvPr/>
        </p:nvSpPr>
        <p:spPr>
          <a:xfrm>
            <a:off x="8692913" y="5050237"/>
            <a:ext cx="581743" cy="88184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AEC8A67-807D-9698-C321-F117C7298886}"/>
              </a:ext>
            </a:extLst>
          </p:cNvPr>
          <p:cNvSpPr txBox="1"/>
          <p:nvPr/>
        </p:nvSpPr>
        <p:spPr>
          <a:xfrm>
            <a:off x="1192953" y="6077840"/>
            <a:ext cx="3679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Georgia" panose="02040502050405020303" pitchFamily="18" charset="0"/>
              </a:rPr>
              <a:t>Magnitude</a:t>
            </a:r>
            <a:r>
              <a:rPr lang="it-IT" sz="1200" dirty="0">
                <a:latin typeface="Georgia" panose="02040502050405020303" pitchFamily="18" charset="0"/>
              </a:rPr>
              <a:t> of the load and </a:t>
            </a:r>
            <a:r>
              <a:rPr lang="it-IT" sz="1200" dirty="0" err="1">
                <a:latin typeface="Georgia" panose="02040502050405020303" pitchFamily="18" charset="0"/>
              </a:rPr>
              <a:t>direction</a:t>
            </a:r>
            <a:r>
              <a:rPr lang="it-IT" sz="1200" dirty="0">
                <a:latin typeface="Georgia" panose="02040502050405020303" pitchFamily="18" charset="0"/>
              </a:rPr>
              <a:t> (</a:t>
            </a:r>
            <a:r>
              <a:rPr lang="it-IT" sz="1200" dirty="0" err="1">
                <a:latin typeface="Georgia" panose="02040502050405020303" pitchFamily="18" charset="0"/>
              </a:rPr>
              <a:t>cartesian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axis</a:t>
            </a:r>
            <a:r>
              <a:rPr lang="it-IT" sz="1200" dirty="0"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4F493C1-638E-83B2-611F-E32203BFF1E1}"/>
              </a:ext>
            </a:extLst>
          </p:cNvPr>
          <p:cNvSpPr txBox="1"/>
          <p:nvPr/>
        </p:nvSpPr>
        <p:spPr>
          <a:xfrm>
            <a:off x="6431874" y="6196942"/>
            <a:ext cx="4087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Georgia" panose="02040502050405020303" pitchFamily="18" charset="0"/>
              </a:rPr>
              <a:t>It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is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possible</a:t>
            </a:r>
            <a:r>
              <a:rPr lang="it-IT" sz="1200" dirty="0">
                <a:latin typeface="Georgia" panose="02040502050405020303" pitchFamily="18" charset="0"/>
              </a:rPr>
              <a:t> to </a:t>
            </a:r>
            <a:r>
              <a:rPr lang="it-IT" sz="1200" dirty="0" err="1">
                <a:latin typeface="Georgia" panose="02040502050405020303" pitchFamily="18" charset="0"/>
              </a:rPr>
              <a:t>define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how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many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dofs</a:t>
            </a:r>
            <a:r>
              <a:rPr lang="it-IT" sz="1200" dirty="0">
                <a:latin typeface="Georgia" panose="02040502050405020303" pitchFamily="18" charset="0"/>
              </a:rPr>
              <a:t> </a:t>
            </a:r>
            <a:r>
              <a:rPr lang="it-IT" sz="1200" dirty="0" err="1">
                <a:latin typeface="Georgia" panose="02040502050405020303" pitchFamily="18" charset="0"/>
              </a:rPr>
              <a:t>have</a:t>
            </a:r>
            <a:r>
              <a:rPr lang="it-IT" sz="1200" dirty="0">
                <a:latin typeface="Georgia" panose="02040502050405020303" pitchFamily="18" charset="0"/>
              </a:rPr>
              <a:t> to be set to 0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1E1ECB82-A745-C95E-0ABF-F2885E426326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475482" y="5735990"/>
            <a:ext cx="96069" cy="460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86298FE9-C985-14D4-5706-FA9504D4F678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2829134" y="5735990"/>
            <a:ext cx="203416" cy="34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9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3E2CC69-22F4-C5EB-9B01-AFC0C283DE1B}"/>
              </a:ext>
            </a:extLst>
          </p:cNvPr>
          <p:cNvSpPr txBox="1"/>
          <p:nvPr/>
        </p:nvSpPr>
        <p:spPr>
          <a:xfrm>
            <a:off x="1137034" y="609597"/>
            <a:ext cx="9392421" cy="1219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 err="1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rPr>
              <a:t>Loadstep</a:t>
            </a:r>
            <a:endParaRPr lang="en-US" sz="2000" kern="1200" dirty="0">
              <a:solidFill>
                <a:schemeClr val="tx1"/>
              </a:solidFill>
              <a:latin typeface="Georgia" panose="02040502050405020303" pitchFamily="18" charset="0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000" kern="1200" dirty="0">
              <a:solidFill>
                <a:schemeClr val="tx1"/>
              </a:solidFill>
              <a:latin typeface="Abadi Extra Light" panose="020B0204020104020204" pitchFamily="34" charset="0"/>
              <a:ea typeface="+mj-ea"/>
              <a:cs typeface="+mj-cs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0E9B54D-2EFB-2CF9-830E-4A4922B34562}"/>
              </a:ext>
            </a:extLst>
          </p:cNvPr>
          <p:cNvSpPr txBox="1"/>
          <p:nvPr/>
        </p:nvSpPr>
        <p:spPr>
          <a:xfrm>
            <a:off x="469900" y="4204142"/>
            <a:ext cx="11430000" cy="2476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latin typeface="Georgia" panose="02040502050405020303" pitchFamily="18" charset="0"/>
              </a:rPr>
              <a:t>The </a:t>
            </a:r>
            <a:r>
              <a:rPr lang="en-US" sz="1600" dirty="0" err="1">
                <a:latin typeface="Georgia" panose="02040502050405020303" pitchFamily="18" charset="0"/>
              </a:rPr>
              <a:t>loadstep</a:t>
            </a:r>
            <a:r>
              <a:rPr lang="en-US" sz="1600" dirty="0">
                <a:latin typeface="Georgia" panose="02040502050405020303" pitchFamily="18" charset="0"/>
              </a:rPr>
              <a:t> is the definition of boundary condition which we want to apply in our simulation; it is possible to create more than one </a:t>
            </a:r>
            <a:r>
              <a:rPr lang="en-US" sz="1600" dirty="0" err="1">
                <a:latin typeface="Georgia" panose="02040502050405020303" pitchFamily="18" charset="0"/>
              </a:rPr>
              <a:t>loadstep</a:t>
            </a:r>
            <a:r>
              <a:rPr lang="en-US" sz="1600" dirty="0">
                <a:latin typeface="Georgia" panose="02040502050405020303" pitchFamily="18" charset="0"/>
              </a:rPr>
              <a:t> in order to simulate different situation on the same model, changing type or magnitude of load or constraints.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>
              <a:latin typeface="Abadi Extra Light" panose="020B0204020104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SPC: level that has to be used for constraints indicated by the ID number (where we have defined the constraints we want)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LOAD: level that has to be used for loads indicated by the ID number (SPC and LOAD levels could be the same)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0960198-93A2-7C9E-EB2D-BBBD70904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012" y="1940287"/>
            <a:ext cx="9331976" cy="167975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2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211031-2C48-5446-D4EA-714C7EEA2324}"/>
              </a:ext>
            </a:extLst>
          </p:cNvPr>
          <p:cNvSpPr txBox="1"/>
          <p:nvPr/>
        </p:nvSpPr>
        <p:spPr>
          <a:xfrm>
            <a:off x="819122" y="411428"/>
            <a:ext cx="4772975" cy="18005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Georgia" panose="02040502050405020303" pitchFamily="18" charset="0"/>
                <a:ea typeface="+mj-ea"/>
                <a:cs typeface="+mj-cs"/>
              </a:rPr>
              <a:t>Solution convergence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EAC98A-7329-319B-6393-A96F82C24C20}"/>
              </a:ext>
            </a:extLst>
          </p:cNvPr>
          <p:cNvSpPr txBox="1"/>
          <p:nvPr/>
        </p:nvSpPr>
        <p:spPr>
          <a:xfrm>
            <a:off x="801812" y="2623382"/>
            <a:ext cx="5208099" cy="3553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The evaluation of numerical result has to be done in a cross section far from the points of application of the boundary conditions, in order to avoid local influence on the stress and displacement state</a:t>
            </a:r>
          </a:p>
        </p:txBody>
      </p:sp>
      <p:pic>
        <p:nvPicPr>
          <p:cNvPr id="8" name="Immagine 7" descr="Immagine che contiene testo, schermo&#10;&#10;Descrizione generata automaticamente">
            <a:extLst>
              <a:ext uri="{FF2B5EF4-FFF2-40B4-BE49-F238E27FC236}">
                <a16:creationId xmlns:a16="http://schemas.microsoft.com/office/drawing/2014/main" id="{7EE3F099-B2C3-DB5A-2BB3-0581EF260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794" y="4781934"/>
            <a:ext cx="5151631" cy="124927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EBFA88-F9FD-24AB-9A6C-9DC76DD671B5}"/>
              </a:ext>
            </a:extLst>
          </p:cNvPr>
          <p:cNvSpPr txBox="1"/>
          <p:nvPr/>
        </p:nvSpPr>
        <p:spPr>
          <a:xfrm>
            <a:off x="7664208" y="3682343"/>
            <a:ext cx="3978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Central </a:t>
            </a:r>
            <a:r>
              <a:rPr lang="it-IT" sz="1400" dirty="0" err="1">
                <a:latin typeface="Georgia" panose="02040502050405020303" pitchFamily="18" charset="0"/>
              </a:rPr>
              <a:t>node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taken</a:t>
            </a:r>
            <a:r>
              <a:rPr lang="it-IT" sz="1400" dirty="0">
                <a:latin typeface="Georgia" panose="02040502050405020303" pitchFamily="18" charset="0"/>
              </a:rPr>
              <a:t> to </a:t>
            </a:r>
            <a:r>
              <a:rPr lang="it-IT" sz="1400" dirty="0" err="1">
                <a:latin typeface="Georgia" panose="02040502050405020303" pitchFamily="18" charset="0"/>
              </a:rPr>
              <a:t>evaluate</a:t>
            </a:r>
            <a:r>
              <a:rPr lang="it-IT" sz="1400" dirty="0">
                <a:latin typeface="Georgia" panose="02040502050405020303" pitchFamily="18" charset="0"/>
              </a:rPr>
              <a:t> the </a:t>
            </a:r>
            <a:r>
              <a:rPr lang="it-IT" sz="1400" dirty="0" err="1">
                <a:latin typeface="Georgia" panose="02040502050405020303" pitchFamily="18" charset="0"/>
              </a:rPr>
              <a:t>displacement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573567-407C-4A6A-95BD-50FCC038098D}"/>
              </a:ext>
            </a:extLst>
          </p:cNvPr>
          <p:cNvSpPr txBox="1"/>
          <p:nvPr/>
        </p:nvSpPr>
        <p:spPr>
          <a:xfrm>
            <a:off x="801812" y="4749421"/>
            <a:ext cx="1750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Node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taken</a:t>
            </a:r>
            <a:r>
              <a:rPr lang="it-IT" sz="1400" dirty="0">
                <a:latin typeface="Georgia" panose="02040502050405020303" pitchFamily="18" charset="0"/>
              </a:rPr>
              <a:t> for the </a:t>
            </a:r>
            <a:r>
              <a:rPr lang="it-IT" sz="1400" dirty="0" err="1">
                <a:latin typeface="Georgia" panose="02040502050405020303" pitchFamily="18" charset="0"/>
              </a:rPr>
              <a:t>evaluation</a:t>
            </a:r>
            <a:r>
              <a:rPr lang="it-IT" sz="1400" dirty="0">
                <a:latin typeface="Georgia" panose="02040502050405020303" pitchFamily="18" charset="0"/>
              </a:rPr>
              <a:t> of the shear </a:t>
            </a:r>
            <a:r>
              <a:rPr lang="it-IT" sz="1400" dirty="0" err="1">
                <a:latin typeface="Georgia" panose="02040502050405020303" pitchFamily="18" charset="0"/>
              </a:rPr>
              <a:t>strees</a:t>
            </a:r>
            <a:r>
              <a:rPr lang="it-IT" sz="1400" dirty="0">
                <a:latin typeface="Georgia" panose="02040502050405020303" pitchFamily="18" charset="0"/>
              </a:rPr>
              <a:t> (</a:t>
            </a:r>
            <a:r>
              <a:rPr lang="it-IT" sz="1400" dirty="0" err="1">
                <a:latin typeface="Georgia" panose="02040502050405020303" pitchFamily="18" charset="0"/>
                <a:cs typeface="Calibri" panose="020F0502020204030204" pitchFamily="34" charset="0"/>
              </a:rPr>
              <a:t>τ</a:t>
            </a:r>
            <a:r>
              <a:rPr lang="it-IT" sz="1400" baseline="-25000" dirty="0" err="1">
                <a:latin typeface="Georgia" panose="02040502050405020303" pitchFamily="18" charset="0"/>
                <a:cs typeface="Calibri" panose="020F0502020204030204" pitchFamily="34" charset="0"/>
              </a:rPr>
              <a:t>xy</a:t>
            </a:r>
            <a:r>
              <a:rPr lang="it-IT" sz="1400" dirty="0">
                <a:latin typeface="Georgia" panose="02040502050405020303" pitchFamily="18" charset="0"/>
                <a:cs typeface="Calibri" panose="020F0502020204030204" pitchFamily="34" charset="0"/>
              </a:rPr>
              <a:t>)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2AE83EFB-ED3E-EAA8-DFCE-AA31524263C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552131" y="5118753"/>
            <a:ext cx="4047774" cy="245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F5C3C85-4CAF-28BF-62A9-5AC7E825FF24}"/>
              </a:ext>
            </a:extLst>
          </p:cNvPr>
          <p:cNvSpPr txBox="1"/>
          <p:nvPr/>
        </p:nvSpPr>
        <p:spPr>
          <a:xfrm>
            <a:off x="9222700" y="6190819"/>
            <a:ext cx="25602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Node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taken</a:t>
            </a:r>
            <a:r>
              <a:rPr lang="it-IT" sz="1400" dirty="0">
                <a:latin typeface="Georgia" panose="02040502050405020303" pitchFamily="18" charset="0"/>
              </a:rPr>
              <a:t> for the </a:t>
            </a:r>
            <a:r>
              <a:rPr lang="it-IT" sz="1400" dirty="0" err="1">
                <a:latin typeface="Georgia" panose="02040502050405020303" pitchFamily="18" charset="0"/>
              </a:rPr>
              <a:t>evaluation</a:t>
            </a:r>
            <a:r>
              <a:rPr lang="it-IT" sz="1400" dirty="0">
                <a:latin typeface="Georgia" panose="02040502050405020303" pitchFamily="18" charset="0"/>
              </a:rPr>
              <a:t> of the </a:t>
            </a:r>
            <a:r>
              <a:rPr lang="it-IT" sz="1400" dirty="0" err="1">
                <a:latin typeface="Georgia" panose="02040502050405020303" pitchFamily="18" charset="0"/>
              </a:rPr>
              <a:t>axial</a:t>
            </a:r>
            <a:r>
              <a:rPr lang="it-IT" sz="1400" dirty="0">
                <a:latin typeface="Georgia" panose="02040502050405020303" pitchFamily="18" charset="0"/>
              </a:rPr>
              <a:t> stress (</a:t>
            </a:r>
            <a:r>
              <a:rPr lang="it-IT" sz="1400" dirty="0" err="1">
                <a:latin typeface="Georgia" panose="02040502050405020303" pitchFamily="18" charset="0"/>
                <a:cs typeface="Calibri" panose="020F0502020204030204" pitchFamily="34" charset="0"/>
              </a:rPr>
              <a:t>σ</a:t>
            </a:r>
            <a:r>
              <a:rPr lang="it-IT" sz="1400" baseline="-25000" dirty="0" err="1">
                <a:latin typeface="Georgia" panose="02040502050405020303" pitchFamily="18" charset="0"/>
                <a:cs typeface="Calibri" panose="020F0502020204030204" pitchFamily="34" charset="0"/>
              </a:rPr>
              <a:t>xx</a:t>
            </a:r>
            <a:r>
              <a:rPr lang="it-IT" sz="1400" dirty="0">
                <a:latin typeface="Georgia" panose="02040502050405020303" pitchFamily="18" charset="0"/>
                <a:cs typeface="Calibri" panose="020F0502020204030204" pitchFamily="34" charset="0"/>
              </a:rPr>
              <a:t>)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EF242DB-78A2-1042-73FC-5AFDA6C45F17}"/>
              </a:ext>
            </a:extLst>
          </p:cNvPr>
          <p:cNvCxnSpPr>
            <a:cxnSpLocks/>
          </p:cNvCxnSpPr>
          <p:nvPr/>
        </p:nvCxnSpPr>
        <p:spPr>
          <a:xfrm flipH="1" flipV="1">
            <a:off x="7020812" y="4962673"/>
            <a:ext cx="2201888" cy="13505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Immagine 9" descr="Immagine che contiene testo, tennis, esterni, donna&#10;&#10;Descrizione generata automaticamente">
            <a:extLst>
              <a:ext uri="{FF2B5EF4-FFF2-40B4-BE49-F238E27FC236}">
                <a16:creationId xmlns:a16="http://schemas.microsoft.com/office/drawing/2014/main" id="{EBE45F8B-112B-45F9-6062-112084669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569" y="1932474"/>
            <a:ext cx="5052619" cy="1305601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426522B-4C19-F702-71C8-7FD43940CC60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892837" y="2623382"/>
            <a:ext cx="760715" cy="10589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74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A1A501E4-0EB0-D30F-B9DE-1D5C97F0B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400707"/>
              </p:ext>
            </p:extLst>
          </p:nvPr>
        </p:nvGraphicFramePr>
        <p:xfrm>
          <a:off x="594946" y="1196594"/>
          <a:ext cx="5501055" cy="47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073">
                  <a:extLst>
                    <a:ext uri="{9D8B030D-6E8A-4147-A177-3AD203B41FA5}">
                      <a16:colId xmlns:a16="http://schemas.microsoft.com/office/drawing/2014/main" val="3842146298"/>
                    </a:ext>
                  </a:extLst>
                </a:gridCol>
                <a:gridCol w="1427108">
                  <a:extLst>
                    <a:ext uri="{9D8B030D-6E8A-4147-A177-3AD203B41FA5}">
                      <a16:colId xmlns:a16="http://schemas.microsoft.com/office/drawing/2014/main" val="1590180444"/>
                    </a:ext>
                  </a:extLst>
                </a:gridCol>
                <a:gridCol w="925692">
                  <a:extLst>
                    <a:ext uri="{9D8B030D-6E8A-4147-A177-3AD203B41FA5}">
                      <a16:colId xmlns:a16="http://schemas.microsoft.com/office/drawing/2014/main" val="4116173205"/>
                    </a:ext>
                  </a:extLst>
                </a:gridCol>
                <a:gridCol w="925692">
                  <a:extLst>
                    <a:ext uri="{9D8B030D-6E8A-4147-A177-3AD203B41FA5}">
                      <a16:colId xmlns:a16="http://schemas.microsoft.com/office/drawing/2014/main" val="2443329874"/>
                    </a:ext>
                  </a:extLst>
                </a:gridCol>
                <a:gridCol w="848490">
                  <a:extLst>
                    <a:ext uri="{9D8B030D-6E8A-4147-A177-3AD203B41FA5}">
                      <a16:colId xmlns:a16="http://schemas.microsoft.com/office/drawing/2014/main" val="55905961"/>
                    </a:ext>
                  </a:extLst>
                </a:gridCol>
              </a:tblGrid>
              <a:tr h="262420"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1337478"/>
                  </a:ext>
                </a:extLst>
              </a:tr>
              <a:tr h="26242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it-IT" sz="1000" u="none" strike="noStrike" dirty="0" err="1">
                          <a:effectLst/>
                          <a:latin typeface="Georgia" panose="02040502050405020303" pitchFamily="18" charset="0"/>
                        </a:rPr>
                        <a:t>Theoretical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 dirty="0">
                          <a:effectLst/>
                        </a:rPr>
                        <a:t>-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0,1517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150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55641610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mm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MPa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MPa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8602972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u="none" strike="noStrike">
                          <a:effectLst/>
                        </a:rPr>
                        <a:t> 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40298336"/>
                  </a:ext>
                </a:extLst>
              </a:tr>
              <a:tr h="26242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it-IT" sz="1000" u="none" strike="noStrike" dirty="0">
                          <a:effectLst/>
                          <a:latin typeface="Georgia" panose="02040502050405020303" pitchFamily="18" charset="0"/>
                        </a:rPr>
                        <a:t>4 </a:t>
                      </a:r>
                      <a:r>
                        <a:rPr lang="it-IT" sz="1000" u="none" strike="noStrike" dirty="0" err="1">
                          <a:effectLst/>
                          <a:latin typeface="Georgia" panose="02040502050405020303" pitchFamily="18" charset="0"/>
                        </a:rPr>
                        <a:t>nodes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1x4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0,1541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6,64E-13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4758972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2x8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0,1547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74,995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98659108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4x16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0,1567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112,5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13,6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32227810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6x20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0,1572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125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14,38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969833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8x32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0,1576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131,2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14,65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4422051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16x64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0,1579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140,6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14,91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59818472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20x100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0,1579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142,5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14,94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5509031"/>
                  </a:ext>
                </a:extLst>
              </a:tr>
              <a:tr h="26242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it-IT" sz="1000" u="none" strike="noStrike" dirty="0">
                          <a:effectLst/>
                          <a:latin typeface="Georgia" panose="02040502050405020303" pitchFamily="18" charset="0"/>
                        </a:rPr>
                        <a:t>3 </a:t>
                      </a:r>
                      <a:r>
                        <a:rPr lang="it-IT" sz="1000" u="none" strike="noStrike" dirty="0" err="1">
                          <a:effectLst/>
                          <a:latin typeface="Georgia" panose="02040502050405020303" pitchFamily="18" charset="0"/>
                        </a:rPr>
                        <a:t>nodes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1x4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0,03416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12,86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8,705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41448532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2x8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0,07765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49,38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9,277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0749469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4x16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0,1242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98,29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12,58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55763350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6x20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0,1377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116,1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13,63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83709132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8x32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0,1476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128,4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14,28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4002561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16x64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0,1552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141,1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14,81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82180134"/>
                  </a:ext>
                </a:extLst>
              </a:tr>
              <a:tr h="262420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u="none" strike="noStrike">
                          <a:effectLst/>
                        </a:rPr>
                        <a:t>20x100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0,1564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>
                          <a:effectLst/>
                        </a:rPr>
                        <a:t>143,5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000" u="none" strike="noStrike" dirty="0">
                          <a:effectLst/>
                        </a:rPr>
                        <a:t>14,89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092358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227365A1-FC8D-7636-664F-FDD352120827}"/>
                  </a:ext>
                </a:extLst>
              </p:cNvPr>
              <p:cNvSpPr txBox="1"/>
              <p:nvPr/>
            </p:nvSpPr>
            <p:spPr>
              <a:xfrm>
                <a:off x="6599494" y="1205738"/>
                <a:ext cx="4681747" cy="269906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Georgia" panose="02040502050405020303" pitchFamily="18" charset="0"/>
                  </a:rPr>
                  <a:t>Theoretical value :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𝒻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3∙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b="0" dirty="0"/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3∙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2∙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227365A1-FC8D-7636-664F-FDD352120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494" y="1205738"/>
                <a:ext cx="4681747" cy="2699067"/>
              </a:xfrm>
              <a:prstGeom prst="rect">
                <a:avLst/>
              </a:prstGeom>
              <a:blipFill>
                <a:blip r:embed="rId2"/>
                <a:stretch>
                  <a:fillRect l="-1172" t="-27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po 11">
            <a:extLst>
              <a:ext uri="{FF2B5EF4-FFF2-40B4-BE49-F238E27FC236}">
                <a16:creationId xmlns:a16="http://schemas.microsoft.com/office/drawing/2014/main" id="{4E5C14E8-3F52-11E5-9057-229DAC74D91E}"/>
              </a:ext>
            </a:extLst>
          </p:cNvPr>
          <p:cNvGrpSpPr/>
          <p:nvPr/>
        </p:nvGrpSpPr>
        <p:grpSpPr>
          <a:xfrm>
            <a:off x="660522" y="1174319"/>
            <a:ext cx="5311526" cy="334385"/>
            <a:chOff x="703054" y="1433068"/>
            <a:chExt cx="5311526" cy="3343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asellaDiTesto 1">
                  <a:extLst>
                    <a:ext uri="{FF2B5EF4-FFF2-40B4-BE49-F238E27FC236}">
                      <a16:creationId xmlns:a16="http://schemas.microsoft.com/office/drawing/2014/main" id="{8365BEF7-E744-627C-74CF-83E751102805}"/>
                    </a:ext>
                  </a:extLst>
                </p:cNvPr>
                <p:cNvSpPr txBox="1"/>
                <p:nvPr/>
              </p:nvSpPr>
              <p:spPr>
                <a:xfrm>
                  <a:off x="5317276" y="1444288"/>
                  <a:ext cx="697304" cy="323165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wrap="square" lIns="0" tIns="0" rIns="0" bIns="0"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i="1">
                                <a:latin typeface="Cambria Math" panose="02040503050406030204" pitchFamily="18" charset="0"/>
                              </a:rPr>
                              <m:t>τ</m:t>
                            </m:r>
                          </m:e>
                          <m:sub>
                            <m:r>
                              <a:rPr lang="it-IT" sz="1600" b="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it-IT" sz="1600" dirty="0"/>
                </a:p>
              </p:txBody>
            </p:sp>
          </mc:Choice>
          <mc:Fallback>
            <p:sp>
              <p:nvSpPr>
                <p:cNvPr id="5" name="CasellaDiTesto 1">
                  <a:extLst>
                    <a:ext uri="{FF2B5EF4-FFF2-40B4-BE49-F238E27FC236}">
                      <a16:creationId xmlns:a16="http://schemas.microsoft.com/office/drawing/2014/main" id="{8365BEF7-E744-627C-74CF-83E751102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276" y="1444288"/>
                  <a:ext cx="697304" cy="3231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CasellaDiTesto 2">
                  <a:extLst>
                    <a:ext uri="{FF2B5EF4-FFF2-40B4-BE49-F238E27FC236}">
                      <a16:creationId xmlns:a16="http://schemas.microsoft.com/office/drawing/2014/main" id="{A560F2F6-A654-CADB-F12D-5A3ED2802E30}"/>
                    </a:ext>
                  </a:extLst>
                </p:cNvPr>
                <p:cNvSpPr txBox="1"/>
                <p:nvPr/>
              </p:nvSpPr>
              <p:spPr>
                <a:xfrm>
                  <a:off x="4623595" y="1442642"/>
                  <a:ext cx="418382" cy="288628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  <p:txBody>
                <a:bodyPr wrap="none" lIns="0" tIns="0" rIns="0" bIns="0" rtlCol="0" anchor="t">
                  <a:no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600" i="1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it-IT" sz="1600" b="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it-IT" sz="1600" dirty="0"/>
                </a:p>
              </p:txBody>
            </p:sp>
          </mc:Choice>
          <mc:Fallback>
            <p:sp>
              <p:nvSpPr>
                <p:cNvPr id="6" name="CasellaDiTesto 2">
                  <a:extLst>
                    <a:ext uri="{FF2B5EF4-FFF2-40B4-BE49-F238E27FC236}">
                      <a16:creationId xmlns:a16="http://schemas.microsoft.com/office/drawing/2014/main" id="{A560F2F6-A654-CADB-F12D-5A3ED2802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595" y="1442642"/>
                  <a:ext cx="418382" cy="288628"/>
                </a:xfrm>
                <a:prstGeom prst="rect">
                  <a:avLst/>
                </a:prstGeom>
                <a:blipFill>
                  <a:blip r:embed="rId4"/>
                  <a:stretch>
                    <a:fillRect l="-11594" r="-1159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952A9FF1-0DF7-0AB3-07F5-2074408A5326}"/>
                </a:ext>
              </a:extLst>
            </p:cNvPr>
            <p:cNvSpPr txBox="1"/>
            <p:nvPr/>
          </p:nvSpPr>
          <p:spPr>
            <a:xfrm>
              <a:off x="3576930" y="1433068"/>
              <a:ext cx="6439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i="1" dirty="0">
                  <a:latin typeface="Georgia" panose="02040502050405020303" pitchFamily="18" charset="0"/>
                </a:rPr>
                <a:t>f</a:t>
              </a: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21DD4A10-25D8-686A-BB45-5613E4411950}"/>
                </a:ext>
              </a:extLst>
            </p:cNvPr>
            <p:cNvSpPr txBox="1"/>
            <p:nvPr/>
          </p:nvSpPr>
          <p:spPr>
            <a:xfrm>
              <a:off x="2200011" y="1442642"/>
              <a:ext cx="10462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i="1" dirty="0">
                  <a:latin typeface="Georgia" panose="02040502050405020303" pitchFamily="18" charset="0"/>
                </a:rPr>
                <a:t>n° of nodes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7CEE44BD-97B1-5AAE-8509-4FF8FDEBADBB}"/>
                </a:ext>
              </a:extLst>
            </p:cNvPr>
            <p:cNvSpPr txBox="1"/>
            <p:nvPr/>
          </p:nvSpPr>
          <p:spPr>
            <a:xfrm>
              <a:off x="703054" y="1433068"/>
              <a:ext cx="122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i="1" dirty="0">
                  <a:latin typeface="Georgia" panose="02040502050405020303" pitchFamily="18" charset="0"/>
                </a:rPr>
                <a:t>Element type</a:t>
              </a:r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2D8C678-D896-B418-567B-A53E356658EF}"/>
              </a:ext>
            </a:extLst>
          </p:cNvPr>
          <p:cNvSpPr txBox="1"/>
          <p:nvPr/>
        </p:nvSpPr>
        <p:spPr>
          <a:xfrm>
            <a:off x="487442" y="571759"/>
            <a:ext cx="609391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3200" dirty="0">
                <a:latin typeface="Georgia" panose="02040502050405020303" pitchFamily="18" charset="0"/>
              </a:rPr>
              <a:t>Results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2D6946C-585D-D0F4-9111-4EDE2A66D403}"/>
              </a:ext>
            </a:extLst>
          </p:cNvPr>
          <p:cNvSpPr txBox="1"/>
          <p:nvPr/>
        </p:nvSpPr>
        <p:spPr>
          <a:xfrm>
            <a:off x="7124001" y="4156199"/>
            <a:ext cx="3718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" panose="02040502050405020303" pitchFamily="18" charset="0"/>
              </a:rPr>
              <a:t>Analysis is about convergence to a different value, not the critical one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03AD822-8794-C111-C13E-8803CA3C2F64}"/>
              </a:ext>
            </a:extLst>
          </p:cNvPr>
          <p:cNvSpPr/>
          <p:nvPr/>
        </p:nvSpPr>
        <p:spPr>
          <a:xfrm>
            <a:off x="3235678" y="1472521"/>
            <a:ext cx="3011000" cy="3077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F8101CD-CC35-5426-60B5-E1D12536D306}"/>
              </a:ext>
            </a:extLst>
          </p:cNvPr>
          <p:cNvCxnSpPr>
            <a:cxnSpLocks/>
          </p:cNvCxnSpPr>
          <p:nvPr/>
        </p:nvCxnSpPr>
        <p:spPr>
          <a:xfrm flipH="1" flipV="1">
            <a:off x="6430780" y="1780298"/>
            <a:ext cx="1433321" cy="1082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01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A91F7DB-54BC-77E4-E61A-E555ED4E8E0D}"/>
              </a:ext>
            </a:extLst>
          </p:cNvPr>
          <p:cNvSpPr txBox="1"/>
          <p:nvPr/>
        </p:nvSpPr>
        <p:spPr>
          <a:xfrm>
            <a:off x="838200" y="713312"/>
            <a:ext cx="4038600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rPr>
              <a:t>Influence of boundary condition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91DB03-7863-F758-1256-2BA9383425CB}"/>
              </a:ext>
            </a:extLst>
          </p:cNvPr>
          <p:cNvSpPr txBox="1"/>
          <p:nvPr/>
        </p:nvSpPr>
        <p:spPr>
          <a:xfrm>
            <a:off x="6221428" y="896193"/>
            <a:ext cx="525780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The analysis is now performed changing the application of the boundary conditions: both constraints and load can be applied in 2 different ways, so we end up with 4 cases: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badi Extra Light" panose="020B0204020104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Constraints: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Horizontal displacement constrained for all nodes to zero and vertical one just for the middle node (case 1)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All nodes with horizontal and vertical displacement constrained to zero (case 2)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dirty="0">
              <a:latin typeface="Abadi Extra Light" panose="020B0204020104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Loads: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Single vertical force applied on the middle of the right side of the beam (case A)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Distributed load, vertical force equally divided and applied on each node of the righten edge (case B)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286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5BC71B9-A92F-A478-CC65-8A85BB08B780}"/>
              </a:ext>
            </a:extLst>
          </p:cNvPr>
          <p:cNvSpPr txBox="1"/>
          <p:nvPr/>
        </p:nvSpPr>
        <p:spPr>
          <a:xfrm>
            <a:off x="533810" y="1801763"/>
            <a:ext cx="244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>
                <a:latin typeface="Georgia" panose="02040502050405020303" pitchFamily="18" charset="0"/>
              </a:rPr>
              <a:t>Case 1A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533D0A-BA95-8094-919A-5EFD2A910D3A}"/>
              </a:ext>
            </a:extLst>
          </p:cNvPr>
          <p:cNvSpPr txBox="1"/>
          <p:nvPr/>
        </p:nvSpPr>
        <p:spPr>
          <a:xfrm>
            <a:off x="533810" y="3848081"/>
            <a:ext cx="3006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it-IT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>
                <a:latin typeface="Georgia" panose="02040502050405020303" pitchFamily="18" charset="0"/>
              </a:rPr>
              <a:t>Case 1B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D180196-1F01-8DB5-3E7F-70459C247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891" y="2031787"/>
            <a:ext cx="5185718" cy="218333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6FAA601-75B8-0BDB-1A28-F8276D3A6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956" y="2094795"/>
            <a:ext cx="825209" cy="212032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05D6A31-3E39-41B5-51B7-127CD1B0A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49" y="4680797"/>
            <a:ext cx="5618557" cy="182641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A42171D-5AE1-E6AC-134B-B718522EF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467" y="4630391"/>
            <a:ext cx="1420774" cy="187682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31B924E-B9F1-6BE4-27A9-2B3BD72AD2A4}"/>
              </a:ext>
            </a:extLst>
          </p:cNvPr>
          <p:cNvSpPr txBox="1"/>
          <p:nvPr/>
        </p:nvSpPr>
        <p:spPr>
          <a:xfrm>
            <a:off x="779192" y="2783964"/>
            <a:ext cx="2097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Only</a:t>
            </a:r>
            <a:r>
              <a:rPr lang="it-IT" sz="1400" dirty="0">
                <a:latin typeface="Georgia" panose="02040502050405020303" pitchFamily="18" charset="0"/>
              </a:rPr>
              <a:t> the </a:t>
            </a:r>
            <a:r>
              <a:rPr lang="it-IT" sz="1400" dirty="0" err="1">
                <a:latin typeface="Georgia" panose="02040502050405020303" pitchFamily="18" charset="0"/>
              </a:rPr>
              <a:t>node</a:t>
            </a:r>
            <a:r>
              <a:rPr lang="it-IT" sz="1400" dirty="0">
                <a:latin typeface="Georgia" panose="02040502050405020303" pitchFamily="18" charset="0"/>
              </a:rPr>
              <a:t> in the middle with </a:t>
            </a:r>
            <a:r>
              <a:rPr lang="it-IT" sz="1400" dirty="0" err="1">
                <a:latin typeface="Georgia" panose="02040502050405020303" pitchFamily="18" charset="0"/>
              </a:rPr>
              <a:t>all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dofs</a:t>
            </a:r>
            <a:r>
              <a:rPr lang="it-IT" sz="1400" dirty="0">
                <a:latin typeface="Georgia" panose="02040502050405020303" pitchFamily="18" charset="0"/>
              </a:rPr>
              <a:t> to 0, in the </a:t>
            </a:r>
            <a:r>
              <a:rPr lang="it-IT" sz="1400" dirty="0" err="1">
                <a:latin typeface="Georgia" panose="02040502050405020303" pitchFamily="18" charset="0"/>
              </a:rPr>
              <a:t>other</a:t>
            </a:r>
            <a:r>
              <a:rPr lang="it-IT" sz="1400" dirty="0">
                <a:latin typeface="Georgia" panose="02040502050405020303" pitchFamily="18" charset="0"/>
              </a:rPr>
              <a:t> «5» </a:t>
            </a:r>
            <a:r>
              <a:rPr lang="it-IT" sz="1400" dirty="0" err="1">
                <a:latin typeface="Georgia" panose="02040502050405020303" pitchFamily="18" charset="0"/>
              </a:rPr>
              <a:t>is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missing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529E281-16A1-285B-B407-43C9A2C448E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876618" y="3022779"/>
            <a:ext cx="522717" cy="2382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9B3A365-8306-4A6E-5C1A-7A25053CAC34}"/>
              </a:ext>
            </a:extLst>
          </p:cNvPr>
          <p:cNvSpPr txBox="1"/>
          <p:nvPr/>
        </p:nvSpPr>
        <p:spPr>
          <a:xfrm>
            <a:off x="8643560" y="5101418"/>
            <a:ext cx="22650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1400" dirty="0">
              <a:latin typeface="Georgia" panose="02040502050405020303" pitchFamily="18" charset="0"/>
            </a:endParaRPr>
          </a:p>
          <a:p>
            <a:r>
              <a:rPr lang="it-IT" sz="1400" dirty="0">
                <a:latin typeface="Georgia" panose="02040502050405020303" pitchFamily="18" charset="0"/>
              </a:rPr>
              <a:t>Load </a:t>
            </a:r>
            <a:r>
              <a:rPr lang="it-IT" sz="1400" dirty="0" err="1">
                <a:latin typeface="Georgia" panose="02040502050405020303" pitchFamily="18" charset="0"/>
              </a:rPr>
              <a:t>is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equally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distributed</a:t>
            </a:r>
            <a:r>
              <a:rPr lang="it-IT" sz="1400" dirty="0">
                <a:latin typeface="Georgia" panose="02040502050405020303" pitchFamily="18" charset="0"/>
              </a:rPr>
              <a:t> on </a:t>
            </a:r>
            <a:r>
              <a:rPr lang="it-IT" sz="1400" dirty="0" err="1">
                <a:latin typeface="Georgia" panose="02040502050405020303" pitchFamily="18" charset="0"/>
              </a:rPr>
              <a:t>each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node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B26401F-AE8A-15B1-8892-71B840704427}"/>
              </a:ext>
            </a:extLst>
          </p:cNvPr>
          <p:cNvSpPr txBox="1"/>
          <p:nvPr/>
        </p:nvSpPr>
        <p:spPr>
          <a:xfrm>
            <a:off x="259446" y="186135"/>
            <a:ext cx="8798799" cy="204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Boundary condition, Constraints: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Horizontal displacement constrained for all nodes to zero and vertical one just for the middle node (case 1)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Loads: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Single vertical force applied on the middle of the right side of the beam (case A)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Distributed load, vertical force equally divided and applied on each node of the righten edge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GB" sz="1400" dirty="0">
                <a:latin typeface="Georgia" panose="02040502050405020303" pitchFamily="18" charset="0"/>
              </a:rPr>
              <a:t>     (case B)</a:t>
            </a:r>
            <a:endParaRPr lang="en-US" sz="1400" dirty="0">
              <a:latin typeface="Georgia" panose="02040502050405020303" pitchFamily="18" charset="0"/>
            </a:endParaRP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53681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5BC71B9-A92F-A478-CC65-8A85BB08B780}"/>
              </a:ext>
            </a:extLst>
          </p:cNvPr>
          <p:cNvSpPr txBox="1"/>
          <p:nvPr/>
        </p:nvSpPr>
        <p:spPr>
          <a:xfrm>
            <a:off x="518921" y="1982951"/>
            <a:ext cx="300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Case 2A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D533D0A-BA95-8094-919A-5EFD2A910D3A}"/>
              </a:ext>
            </a:extLst>
          </p:cNvPr>
          <p:cNvSpPr txBox="1"/>
          <p:nvPr/>
        </p:nvSpPr>
        <p:spPr>
          <a:xfrm>
            <a:off x="518921" y="3950959"/>
            <a:ext cx="300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Case 2B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31B924E-B9F1-6BE4-27A9-2B3BD72AD2A4}"/>
              </a:ext>
            </a:extLst>
          </p:cNvPr>
          <p:cNvSpPr txBox="1"/>
          <p:nvPr/>
        </p:nvSpPr>
        <p:spPr>
          <a:xfrm>
            <a:off x="995473" y="2562255"/>
            <a:ext cx="2097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All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nodes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with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all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dofs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Georgia" panose="02040502050405020303" pitchFamily="18" charset="0"/>
              </a:rPr>
              <a:t>constrained</a:t>
            </a:r>
            <a:r>
              <a:rPr lang="it-IT" sz="1400" dirty="0">
                <a:solidFill>
                  <a:prstClr val="black"/>
                </a:solidFill>
                <a:latin typeface="Georgia" panose="02040502050405020303" pitchFamily="18" charset="0"/>
              </a:rPr>
              <a:t>, </a:t>
            </a:r>
            <a:r>
              <a:rPr lang="it-IT" sz="1400" dirty="0" err="1">
                <a:solidFill>
                  <a:prstClr val="black"/>
                </a:solidFill>
                <a:latin typeface="Georgia" panose="02040502050405020303" pitchFamily="18" charset="0"/>
              </a:rPr>
              <a:t>which</a:t>
            </a:r>
            <a:r>
              <a:rPr lang="it-IT" sz="1400" dirty="0">
                <a:solidFill>
                  <a:prstClr val="black"/>
                </a:solidFill>
                <a:latin typeface="Georgia" panose="02040502050405020303" pitchFamily="18" charset="0"/>
              </a:rPr>
              <a:t> </a:t>
            </a:r>
            <a:r>
              <a:rPr lang="it-IT" sz="1400" dirty="0" err="1">
                <a:solidFill>
                  <a:prstClr val="black"/>
                </a:solidFill>
                <a:latin typeface="Georgia" panose="02040502050405020303" pitchFamily="18" charset="0"/>
              </a:rPr>
              <a:t>corresponds</a:t>
            </a:r>
            <a:r>
              <a:rPr lang="it-IT" sz="1400" dirty="0">
                <a:solidFill>
                  <a:prstClr val="black"/>
                </a:solidFill>
                <a:latin typeface="Georgia" panose="02040502050405020303" pitchFamily="18" charset="0"/>
              </a:rPr>
              <a:t> to set </a:t>
            </a:r>
            <a:r>
              <a:rPr lang="it-IT" sz="1400" dirty="0" err="1">
                <a:solidFill>
                  <a:prstClr val="black"/>
                </a:solidFill>
                <a:latin typeface="Georgia" panose="02040502050405020303" pitchFamily="18" charset="0"/>
              </a:rPr>
              <a:t>all</a:t>
            </a:r>
            <a:r>
              <a:rPr lang="it-IT" sz="1400" dirty="0">
                <a:solidFill>
                  <a:prstClr val="black"/>
                </a:solidFill>
                <a:latin typeface="Georgia" panose="02040502050405020303" pitchFamily="18" charset="0"/>
              </a:rPr>
              <a:t> of </a:t>
            </a:r>
            <a:r>
              <a:rPr lang="it-IT" sz="1400" dirty="0" err="1">
                <a:solidFill>
                  <a:prstClr val="black"/>
                </a:solidFill>
                <a:latin typeface="Georgia" panose="02040502050405020303" pitchFamily="18" charset="0"/>
              </a:rPr>
              <a:t>them</a:t>
            </a:r>
            <a:r>
              <a:rPr lang="it-IT" sz="1400" dirty="0">
                <a:solidFill>
                  <a:prstClr val="black"/>
                </a:solidFill>
                <a:latin typeface="Georgia" panose="02040502050405020303" pitchFamily="18" charset="0"/>
              </a:rPr>
              <a:t> to 0 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9A2A86C-A02E-4408-854A-AF31B8B4C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170" y="2077564"/>
            <a:ext cx="4818248" cy="192349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376AA6C3-D860-1CEA-BF7C-D5EE40FE1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134" y="2176937"/>
            <a:ext cx="906565" cy="182411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D33575C-34D5-ED6F-0D87-7EEFC8365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23" y="4581948"/>
            <a:ext cx="6503112" cy="164271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1993C0E-BC43-74DC-BD74-02B83A28373F}"/>
              </a:ext>
            </a:extLst>
          </p:cNvPr>
          <p:cNvSpPr txBox="1"/>
          <p:nvPr/>
        </p:nvSpPr>
        <p:spPr>
          <a:xfrm>
            <a:off x="7680558" y="4926250"/>
            <a:ext cx="2037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All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nodes</a:t>
            </a:r>
            <a:r>
              <a:rPr lang="it-IT" sz="1400" dirty="0">
                <a:latin typeface="Georgia" panose="02040502050405020303" pitchFamily="18" charset="0"/>
              </a:rPr>
              <a:t>’ </a:t>
            </a:r>
            <a:r>
              <a:rPr lang="it-IT" sz="1400" dirty="0" err="1">
                <a:latin typeface="Georgia" panose="02040502050405020303" pitchFamily="18" charset="0"/>
              </a:rPr>
              <a:t>dofs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constrained</a:t>
            </a:r>
            <a:r>
              <a:rPr lang="it-IT" sz="1400" dirty="0">
                <a:latin typeface="Georgia" panose="02040502050405020303" pitchFamily="18" charset="0"/>
              </a:rPr>
              <a:t> and </a:t>
            </a:r>
            <a:r>
              <a:rPr lang="it-IT" sz="1400" dirty="0" err="1">
                <a:latin typeface="Georgia" panose="02040502050405020303" pitchFamily="18" charset="0"/>
              </a:rPr>
              <a:t>equally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distributed</a:t>
            </a:r>
            <a:r>
              <a:rPr lang="it-IT" sz="1400" dirty="0">
                <a:latin typeface="Georgia" panose="02040502050405020303" pitchFamily="18" charset="0"/>
              </a:rPr>
              <a:t> loads on the </a:t>
            </a:r>
            <a:r>
              <a:rPr lang="it-IT" sz="1400" dirty="0" err="1">
                <a:latin typeface="Georgia" panose="02040502050405020303" pitchFamily="18" charset="0"/>
              </a:rPr>
              <a:t>nodes</a:t>
            </a:r>
            <a:r>
              <a:rPr lang="it-IT" sz="1400" dirty="0">
                <a:latin typeface="Georgia" panose="02040502050405020303" pitchFamily="18" charset="0"/>
              </a:rPr>
              <a:t>  </a:t>
            </a:r>
            <a:endParaRPr lang="en-GB" sz="1400" dirty="0">
              <a:latin typeface="Georgia" panose="02040502050405020303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A91CB5-DFE2-121F-D9EB-9479CA40A5A6}"/>
              </a:ext>
            </a:extLst>
          </p:cNvPr>
          <p:cNvSpPr txBox="1"/>
          <p:nvPr/>
        </p:nvSpPr>
        <p:spPr>
          <a:xfrm>
            <a:off x="281596" y="153353"/>
            <a:ext cx="9925777" cy="210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Boundary condition, Constraints: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All nodes with horizontal and vertical displacement constrained to zero (case 2)</a:t>
            </a:r>
            <a:endParaRPr lang="en-US" sz="1800" dirty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Georgia" panose="02040502050405020303" pitchFamily="18" charset="0"/>
              </a:rPr>
              <a:t>Loads: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Single vertical force applied on the middle of the right side of the beam (case A)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Georgia" panose="02040502050405020303" pitchFamily="18" charset="0"/>
              </a:rPr>
              <a:t>Distributed load, vertical force equally divided and applied on each node of the righten edge 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GB" sz="1400" dirty="0">
                <a:latin typeface="Georgia" panose="02040502050405020303" pitchFamily="18" charset="0"/>
              </a:rPr>
              <a:t>     (case B)</a:t>
            </a:r>
            <a:endParaRPr lang="en-US" sz="1400" dirty="0">
              <a:latin typeface="Georgia" panose="020405020504050203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992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2CE15F9-3F95-79E7-1072-B198574ADBF8}"/>
              </a:ext>
            </a:extLst>
          </p:cNvPr>
          <p:cNvSpPr txBox="1"/>
          <p:nvPr/>
        </p:nvSpPr>
        <p:spPr>
          <a:xfrm>
            <a:off x="111682" y="343636"/>
            <a:ext cx="5325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Graphical</a:t>
            </a:r>
            <a:r>
              <a:rPr lang="it-IT" sz="2400" dirty="0">
                <a:latin typeface="Georgia" panose="02040502050405020303" pitchFamily="18" charset="0"/>
              </a:rPr>
              <a:t> data </a:t>
            </a:r>
            <a:r>
              <a:rPr lang="en-US" sz="2400" dirty="0">
                <a:latin typeface="Georgia" panose="02040502050405020303" pitchFamily="18" charset="0"/>
              </a:rPr>
              <a:t>representation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endParaRPr lang="en-GB" sz="2400" b="1" dirty="0">
              <a:latin typeface="Georgia" panose="02040502050405020303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2F7896-F93E-CDB6-6EFA-697CF136D4FE}"/>
              </a:ext>
            </a:extLst>
          </p:cNvPr>
          <p:cNvSpPr txBox="1"/>
          <p:nvPr/>
        </p:nvSpPr>
        <p:spPr>
          <a:xfrm>
            <a:off x="481665" y="902316"/>
            <a:ext cx="209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eorgia" panose="02040502050405020303" pitchFamily="18" charset="0"/>
              </a:rPr>
              <a:t>TRIA </a:t>
            </a:r>
            <a:r>
              <a:rPr lang="it-IT" dirty="0" err="1">
                <a:latin typeface="Georgia" panose="02040502050405020303" pitchFamily="18" charset="0"/>
              </a:rPr>
              <a:t>elements</a:t>
            </a:r>
            <a:endParaRPr lang="en-GB" dirty="0">
              <a:latin typeface="Georgia" panose="02040502050405020303" pitchFamily="18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D32376BD-75A1-407F-35F3-10289CB1C811}"/>
              </a:ext>
            </a:extLst>
          </p:cNvPr>
          <p:cNvGrpSpPr/>
          <p:nvPr/>
        </p:nvGrpSpPr>
        <p:grpSpPr>
          <a:xfrm>
            <a:off x="1035387" y="3504114"/>
            <a:ext cx="4145435" cy="3030113"/>
            <a:chOff x="198832" y="4121828"/>
            <a:chExt cx="3323203" cy="2538478"/>
          </a:xfrm>
        </p:grpSpPr>
        <p:graphicFrame>
          <p:nvGraphicFramePr>
            <p:cNvPr id="8" name="Grafico 7">
              <a:extLst>
                <a:ext uri="{FF2B5EF4-FFF2-40B4-BE49-F238E27FC236}">
                  <a16:creationId xmlns:a16="http://schemas.microsoft.com/office/drawing/2014/main" id="{8BA22D65-405E-40EA-9649-2F6508D72C6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96240634"/>
                </p:ext>
              </p:extLst>
            </p:nvPr>
          </p:nvGraphicFramePr>
          <p:xfrm>
            <a:off x="198832" y="4121828"/>
            <a:ext cx="3285228" cy="246814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9F854975-337F-6C37-5CBB-69111751DE39}"/>
                </a:ext>
              </a:extLst>
            </p:cNvPr>
            <p:cNvSpPr/>
            <p:nvPr/>
          </p:nvSpPr>
          <p:spPr>
            <a:xfrm>
              <a:off x="236806" y="4192157"/>
              <a:ext cx="3285229" cy="246814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896E62E9-D900-F783-8A82-5654C8CADF9F}"/>
              </a:ext>
            </a:extLst>
          </p:cNvPr>
          <p:cNvGrpSpPr/>
          <p:nvPr/>
        </p:nvGrpSpPr>
        <p:grpSpPr>
          <a:xfrm>
            <a:off x="7338527" y="221980"/>
            <a:ext cx="3939307" cy="3090530"/>
            <a:chOff x="4065210" y="4206966"/>
            <a:chExt cx="3285229" cy="2513757"/>
          </a:xfrm>
          <a:solidFill>
            <a:schemeClr val="bg1"/>
          </a:solidFill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4DDA0CC-05EE-552E-DCBD-C3721E793450}"/>
                </a:ext>
              </a:extLst>
            </p:cNvPr>
            <p:cNvSpPr/>
            <p:nvPr/>
          </p:nvSpPr>
          <p:spPr>
            <a:xfrm>
              <a:off x="4065210" y="4252574"/>
              <a:ext cx="3285229" cy="2468149"/>
            </a:xfrm>
            <a:prstGeom prst="rect">
              <a:avLst/>
            </a:prstGeom>
            <a:grp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aphicFrame>
          <p:nvGraphicFramePr>
            <p:cNvPr id="11" name="Grafico 10">
              <a:extLst>
                <a:ext uri="{FF2B5EF4-FFF2-40B4-BE49-F238E27FC236}">
                  <a16:creationId xmlns:a16="http://schemas.microsoft.com/office/drawing/2014/main" id="{1F179694-4531-7EC8-73A8-3896B509C3F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79332407"/>
                </p:ext>
              </p:extLst>
            </p:nvPr>
          </p:nvGraphicFramePr>
          <p:xfrm>
            <a:off x="4065210" y="4206966"/>
            <a:ext cx="3285229" cy="24681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3C5915B2-D87A-5CBD-FF01-2FAFCFF004B5}"/>
              </a:ext>
            </a:extLst>
          </p:cNvPr>
          <p:cNvGrpSpPr/>
          <p:nvPr/>
        </p:nvGrpSpPr>
        <p:grpSpPr>
          <a:xfrm>
            <a:off x="1728798" y="1368663"/>
            <a:ext cx="4913496" cy="1960714"/>
            <a:chOff x="135481" y="1383312"/>
            <a:chExt cx="4332544" cy="1610201"/>
          </a:xfrm>
        </p:grpSpPr>
        <p:pic>
          <p:nvPicPr>
            <p:cNvPr id="20" name="Immagine 19">
              <a:extLst>
                <a:ext uri="{FF2B5EF4-FFF2-40B4-BE49-F238E27FC236}">
                  <a16:creationId xmlns:a16="http://schemas.microsoft.com/office/drawing/2014/main" id="{B28D3583-1E0C-3C69-6903-35E29A359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81" y="1383312"/>
              <a:ext cx="4332544" cy="178202"/>
            </a:xfrm>
            <a:prstGeom prst="rect">
              <a:avLst/>
            </a:prstGeom>
          </p:spPr>
        </p:pic>
        <p:pic>
          <p:nvPicPr>
            <p:cNvPr id="21" name="Immagine 20" descr="Immagine che contiene tavolo&#10;&#10;Descrizione generata automaticamente">
              <a:extLst>
                <a:ext uri="{FF2B5EF4-FFF2-40B4-BE49-F238E27FC236}">
                  <a16:creationId xmlns:a16="http://schemas.microsoft.com/office/drawing/2014/main" id="{2EE602A3-2AC5-3CD0-E51A-C81D08EA6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81" y="1561514"/>
              <a:ext cx="4329302" cy="1431999"/>
            </a:xfrm>
            <a:prstGeom prst="rect">
              <a:avLst/>
            </a:prstGeom>
          </p:spPr>
        </p:pic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D874A0D-E608-3857-2DAD-126F22E01411}"/>
              </a:ext>
            </a:extLst>
          </p:cNvPr>
          <p:cNvGrpSpPr/>
          <p:nvPr/>
        </p:nvGrpSpPr>
        <p:grpSpPr>
          <a:xfrm>
            <a:off x="6216208" y="3561765"/>
            <a:ext cx="4200351" cy="3030113"/>
            <a:chOff x="8202741" y="4206967"/>
            <a:chExt cx="3285228" cy="2468149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D957EAFD-8D96-AB2B-9F89-68DC3E9880F5}"/>
                </a:ext>
              </a:extLst>
            </p:cNvPr>
            <p:cNvSpPr/>
            <p:nvPr/>
          </p:nvSpPr>
          <p:spPr>
            <a:xfrm>
              <a:off x="8202741" y="4206967"/>
              <a:ext cx="3285228" cy="246814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4" name="Grafico 13">
              <a:extLst>
                <a:ext uri="{FF2B5EF4-FFF2-40B4-BE49-F238E27FC236}">
                  <a16:creationId xmlns:a16="http://schemas.microsoft.com/office/drawing/2014/main" id="{C27A3BCF-7EA9-90AA-B280-E6E3130AC6B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97259044"/>
                </p:ext>
              </p:extLst>
            </p:nvPr>
          </p:nvGraphicFramePr>
          <p:xfrm>
            <a:off x="8239792" y="4252641"/>
            <a:ext cx="3248177" cy="24224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84912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C75ADD-B905-635B-0BA5-92F86347573C}"/>
              </a:ext>
            </a:extLst>
          </p:cNvPr>
          <p:cNvSpPr txBox="1"/>
          <p:nvPr/>
        </p:nvSpPr>
        <p:spPr>
          <a:xfrm>
            <a:off x="814670" y="466798"/>
            <a:ext cx="212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eorgia" panose="02040502050405020303" pitchFamily="18" charset="0"/>
              </a:rPr>
              <a:t>QUAD </a:t>
            </a:r>
            <a:r>
              <a:rPr lang="it-IT" dirty="0" err="1">
                <a:latin typeface="Georgia" panose="02040502050405020303" pitchFamily="18" charset="0"/>
              </a:rPr>
              <a:t>elements</a:t>
            </a:r>
            <a:endParaRPr lang="en-GB" dirty="0">
              <a:latin typeface="Georgia" panose="02040502050405020303" pitchFamily="18" charset="0"/>
            </a:endParaRP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950F3685-831E-7207-AE60-029BF54A2D26}"/>
              </a:ext>
            </a:extLst>
          </p:cNvPr>
          <p:cNvGrpSpPr/>
          <p:nvPr/>
        </p:nvGrpSpPr>
        <p:grpSpPr>
          <a:xfrm>
            <a:off x="1171644" y="1094787"/>
            <a:ext cx="4705646" cy="2107207"/>
            <a:chOff x="7668570" y="1310517"/>
            <a:chExt cx="4333101" cy="1635883"/>
          </a:xfrm>
        </p:grpSpPr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FB3F11A3-DB03-5223-4754-CBC9D1674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9127" y="1310517"/>
              <a:ext cx="4332544" cy="178202"/>
            </a:xfrm>
            <a:prstGeom prst="rect">
              <a:avLst/>
            </a:prstGeom>
          </p:spPr>
        </p:pic>
        <p:pic>
          <p:nvPicPr>
            <p:cNvPr id="25" name="Immagine 24" descr="Immagine che contiene tavolo&#10;&#10;Descrizione generata automaticamente">
              <a:extLst>
                <a:ext uri="{FF2B5EF4-FFF2-40B4-BE49-F238E27FC236}">
                  <a16:creationId xmlns:a16="http://schemas.microsoft.com/office/drawing/2014/main" id="{7553883F-989F-9522-4ECA-811D0B3AC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8570" y="1488719"/>
              <a:ext cx="4328872" cy="1457681"/>
            </a:xfrm>
            <a:prstGeom prst="rect">
              <a:avLst/>
            </a:prstGeom>
          </p:spPr>
        </p:pic>
      </p:grpSp>
      <p:graphicFrame>
        <p:nvGraphicFramePr>
          <p:cNvPr id="18" name="Grafico 17">
            <a:extLst>
              <a:ext uri="{FF2B5EF4-FFF2-40B4-BE49-F238E27FC236}">
                <a16:creationId xmlns:a16="http://schemas.microsoft.com/office/drawing/2014/main" id="{EA8A5119-2589-78D4-BEB0-D12C40B9C8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5096616"/>
              </p:ext>
            </p:extLst>
          </p:nvPr>
        </p:nvGraphicFramePr>
        <p:xfrm>
          <a:off x="6460193" y="208141"/>
          <a:ext cx="3963707" cy="293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0" name="Gruppo 19">
            <a:extLst>
              <a:ext uri="{FF2B5EF4-FFF2-40B4-BE49-F238E27FC236}">
                <a16:creationId xmlns:a16="http://schemas.microsoft.com/office/drawing/2014/main" id="{A8F9F72C-17C0-13C2-AF1C-6B35D3FB0606}"/>
              </a:ext>
            </a:extLst>
          </p:cNvPr>
          <p:cNvGrpSpPr/>
          <p:nvPr/>
        </p:nvGrpSpPr>
        <p:grpSpPr>
          <a:xfrm>
            <a:off x="1197527" y="3615641"/>
            <a:ext cx="4209915" cy="3058901"/>
            <a:chOff x="2299957" y="3799099"/>
            <a:chExt cx="3468914" cy="2703301"/>
          </a:xfrm>
        </p:grpSpPr>
        <p:graphicFrame>
          <p:nvGraphicFramePr>
            <p:cNvPr id="21" name="Grafico 20">
              <a:extLst>
                <a:ext uri="{FF2B5EF4-FFF2-40B4-BE49-F238E27FC236}">
                  <a16:creationId xmlns:a16="http://schemas.microsoft.com/office/drawing/2014/main" id="{2BBC9750-76AF-5160-ED1B-A3FE4D3ED92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24163850"/>
                </p:ext>
              </p:extLst>
            </p:nvPr>
          </p:nvGraphicFramePr>
          <p:xfrm>
            <a:off x="2299957" y="3799100"/>
            <a:ext cx="3468914" cy="27033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CD53E273-0B5C-B165-6D8C-096B59252FF9}"/>
                </a:ext>
              </a:extLst>
            </p:cNvPr>
            <p:cNvSpPr/>
            <p:nvPr/>
          </p:nvSpPr>
          <p:spPr>
            <a:xfrm>
              <a:off x="2299957" y="3799099"/>
              <a:ext cx="3468914" cy="2699658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7CD096F3-EE91-8AC3-A403-A499013E115C}"/>
              </a:ext>
            </a:extLst>
          </p:cNvPr>
          <p:cNvGrpSpPr/>
          <p:nvPr/>
        </p:nvGrpSpPr>
        <p:grpSpPr>
          <a:xfrm>
            <a:off x="6193102" y="3232712"/>
            <a:ext cx="4332544" cy="3437708"/>
            <a:chOff x="7340322" y="3429000"/>
            <a:chExt cx="3702816" cy="2850382"/>
          </a:xfrm>
        </p:grpSpPr>
        <p:graphicFrame>
          <p:nvGraphicFramePr>
            <p:cNvPr id="27" name="Grafico 26">
              <a:extLst>
                <a:ext uri="{FF2B5EF4-FFF2-40B4-BE49-F238E27FC236}">
                  <a16:creationId xmlns:a16="http://schemas.microsoft.com/office/drawing/2014/main" id="{A943D64F-25A1-AA06-0A22-2DA0C04DF03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11355869"/>
                </p:ext>
              </p:extLst>
            </p:nvPr>
          </p:nvGraphicFramePr>
          <p:xfrm>
            <a:off x="7340322" y="3429000"/>
            <a:ext cx="3702816" cy="28503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28" name="Rettangolo 27">
              <a:extLst>
                <a:ext uri="{FF2B5EF4-FFF2-40B4-BE49-F238E27FC236}">
                  <a16:creationId xmlns:a16="http://schemas.microsoft.com/office/drawing/2014/main" id="{829658F6-3C80-0D9D-D4FB-1985890CE89F}"/>
                </a:ext>
              </a:extLst>
            </p:cNvPr>
            <p:cNvSpPr/>
            <p:nvPr/>
          </p:nvSpPr>
          <p:spPr>
            <a:xfrm>
              <a:off x="7340322" y="3429000"/>
              <a:ext cx="3702816" cy="2850382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21623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FF507B-3E9B-38ED-92E3-C1620352D41E}"/>
              </a:ext>
            </a:extLst>
          </p:cNvPr>
          <p:cNvSpPr txBox="1"/>
          <p:nvPr/>
        </p:nvSpPr>
        <p:spPr>
          <a:xfrm>
            <a:off x="586174" y="227137"/>
            <a:ext cx="6850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>
                <a:latin typeface="Georgia" panose="02040502050405020303" pitchFamily="18" charset="0"/>
              </a:rPr>
              <a:t>Analysis of the </a:t>
            </a:r>
            <a:r>
              <a:rPr lang="it-IT" sz="4400" dirty="0" err="1">
                <a:latin typeface="Georgia" panose="02040502050405020303" pitchFamily="18" charset="0"/>
              </a:rPr>
              <a:t>results</a:t>
            </a:r>
            <a:endParaRPr lang="it-IT" sz="4400" dirty="0">
              <a:latin typeface="Georgia" panose="02040502050405020303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FB8C344-0F1A-C5F9-2FDA-AEA2DB99B4B8}"/>
              </a:ext>
            </a:extLst>
          </p:cNvPr>
          <p:cNvSpPr txBox="1"/>
          <p:nvPr/>
        </p:nvSpPr>
        <p:spPr>
          <a:xfrm>
            <a:off x="252549" y="996578"/>
            <a:ext cx="1157369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Georgia" panose="02040502050405020303" pitchFamily="18" charset="0"/>
              </a:rPr>
              <a:t>As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expected</a:t>
            </a:r>
            <a:r>
              <a:rPr lang="it-IT" sz="1600" dirty="0">
                <a:latin typeface="Georgia" panose="02040502050405020303" pitchFamily="18" charset="0"/>
              </a:rPr>
              <a:t>  from the theory, </a:t>
            </a:r>
            <a:r>
              <a:rPr lang="it-IT" sz="1600" dirty="0" err="1">
                <a:latin typeface="Georgia" panose="02040502050405020303" pitchFamily="18" charset="0"/>
              </a:rPr>
              <a:t>increasing</a:t>
            </a:r>
            <a:r>
              <a:rPr lang="it-IT" sz="1600" dirty="0">
                <a:latin typeface="Georgia" panose="02040502050405020303" pitchFamily="18" charset="0"/>
              </a:rPr>
              <a:t> the </a:t>
            </a:r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</a:t>
            </a:r>
            <a:r>
              <a:rPr lang="it-IT" sz="1600" dirty="0" err="1">
                <a:latin typeface="Georgia" panose="02040502050405020303" pitchFamily="18" charset="0"/>
              </a:rPr>
              <a:t>nodes</a:t>
            </a:r>
            <a:r>
              <a:rPr lang="it-IT" sz="1600" dirty="0">
                <a:latin typeface="Georgia" panose="02040502050405020303" pitchFamily="18" charset="0"/>
              </a:rPr>
              <a:t> of the mesh the </a:t>
            </a:r>
            <a:r>
              <a:rPr lang="it-IT" sz="1600" dirty="0" err="1">
                <a:latin typeface="Georgia" panose="02040502050405020303" pitchFamily="18" charset="0"/>
              </a:rPr>
              <a:t>accuracy</a:t>
            </a:r>
            <a:r>
              <a:rPr lang="it-IT" sz="1600" dirty="0">
                <a:latin typeface="Georgia" panose="02040502050405020303" pitchFamily="18" charset="0"/>
              </a:rPr>
              <a:t> of the </a:t>
            </a:r>
            <a:r>
              <a:rPr lang="it-IT" sz="1600" dirty="0" err="1">
                <a:latin typeface="Georgia" panose="02040502050405020303" pitchFamily="18" charset="0"/>
              </a:rPr>
              <a:t>analysis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increases</a:t>
            </a:r>
            <a:r>
              <a:rPr lang="it-IT" sz="1600" dirty="0">
                <a:latin typeface="Georgia" panose="02040502050405020303" pitchFamily="18" charset="0"/>
              </a:rPr>
              <a:t>, more or </a:t>
            </a:r>
            <a:r>
              <a:rPr lang="it-IT" sz="1600" dirty="0" err="1">
                <a:latin typeface="Georgia" panose="02040502050405020303" pitchFamily="18" charset="0"/>
              </a:rPr>
              <a:t>less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exponentially</a:t>
            </a:r>
            <a:r>
              <a:rPr lang="it-IT" sz="1600" dirty="0">
                <a:latin typeface="Georgia" panose="02040502050405020303" pitchFamily="18" charset="0"/>
              </a:rPr>
              <a:t>, to the </a:t>
            </a:r>
            <a:r>
              <a:rPr lang="it-IT" sz="1600" dirty="0" err="1">
                <a:latin typeface="Georgia" panose="02040502050405020303" pitchFamily="18" charset="0"/>
              </a:rPr>
              <a:t>theoretical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value</a:t>
            </a:r>
            <a:endParaRPr lang="it-IT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Abadi Extra 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Georgia" panose="02040502050405020303" pitchFamily="18" charset="0"/>
              </a:rPr>
              <a:t>Considering</a:t>
            </a:r>
            <a:r>
              <a:rPr lang="it-IT" sz="1600" dirty="0">
                <a:latin typeface="Georgia" panose="02040502050405020303" pitchFamily="18" charset="0"/>
              </a:rPr>
              <a:t> the </a:t>
            </a:r>
            <a:r>
              <a:rPr lang="it-IT" sz="1600" dirty="0" err="1">
                <a:latin typeface="Georgia" panose="02040502050405020303" pitchFamily="18" charset="0"/>
              </a:rPr>
              <a:t>convergence</a:t>
            </a:r>
            <a:r>
              <a:rPr lang="it-IT" sz="1600" dirty="0">
                <a:latin typeface="Georgia" panose="02040502050405020303" pitchFamily="18" charset="0"/>
              </a:rPr>
              <a:t> of the </a:t>
            </a:r>
            <a:r>
              <a:rPr lang="it-IT" sz="1600" dirty="0" err="1">
                <a:latin typeface="Georgia" panose="02040502050405020303" pitchFamily="18" charset="0"/>
              </a:rPr>
              <a:t>displacement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possible</a:t>
            </a:r>
            <a:r>
              <a:rPr lang="it-IT" sz="1600" dirty="0">
                <a:latin typeface="Georgia" panose="02040502050405020303" pitchFamily="18" charset="0"/>
              </a:rPr>
              <a:t> to </a:t>
            </a:r>
            <a:r>
              <a:rPr lang="it-IT" sz="1600" dirty="0" err="1">
                <a:latin typeface="Georgia" panose="02040502050405020303" pitchFamily="18" charset="0"/>
              </a:rPr>
              <a:t>see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that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tends</a:t>
            </a:r>
            <a:r>
              <a:rPr lang="it-IT" sz="1600" dirty="0">
                <a:latin typeface="Georgia" panose="02040502050405020303" pitchFamily="18" charset="0"/>
              </a:rPr>
              <a:t> to a </a:t>
            </a:r>
            <a:r>
              <a:rPr lang="it-IT" sz="1600" dirty="0" err="1">
                <a:latin typeface="Georgia" panose="02040502050405020303" pitchFamily="18" charset="0"/>
              </a:rPr>
              <a:t>value</a:t>
            </a:r>
            <a:r>
              <a:rPr lang="it-IT" sz="1600" dirty="0">
                <a:latin typeface="Georgia" panose="02040502050405020303" pitchFamily="18" charset="0"/>
              </a:rPr>
              <a:t> a bit </a:t>
            </a:r>
            <a:r>
              <a:rPr lang="it-IT" sz="1600" dirty="0" err="1">
                <a:latin typeface="Georgia" panose="02040502050405020303" pitchFamily="18" charset="0"/>
              </a:rPr>
              <a:t>higher</a:t>
            </a:r>
            <a:r>
              <a:rPr lang="it-IT" sz="1600" dirty="0">
                <a:latin typeface="Georgia" panose="02040502050405020303" pitchFamily="18" charset="0"/>
              </a:rPr>
              <a:t> from the </a:t>
            </a:r>
            <a:r>
              <a:rPr lang="it-IT" sz="1600" dirty="0" err="1">
                <a:latin typeface="Georgia" panose="02040502050405020303" pitchFamily="18" charset="0"/>
              </a:rPr>
              <a:t>theoretical</a:t>
            </a:r>
            <a:r>
              <a:rPr lang="it-IT" sz="1600" dirty="0">
                <a:latin typeface="Georgia" panose="02040502050405020303" pitchFamily="18" charset="0"/>
              </a:rPr>
              <a:t> one, </a:t>
            </a:r>
            <a:r>
              <a:rPr lang="it-IT" sz="1600" dirty="0" err="1">
                <a:latin typeface="Georgia" panose="02040502050405020303" pitchFamily="18" charset="0"/>
              </a:rPr>
              <a:t>which</a:t>
            </a:r>
            <a:r>
              <a:rPr lang="it-IT" sz="1600" dirty="0">
                <a:latin typeface="Georgia" panose="02040502050405020303" pitchFamily="18" charset="0"/>
              </a:rPr>
              <a:t> can be due to a </a:t>
            </a:r>
            <a:r>
              <a:rPr lang="it-IT" sz="1600" dirty="0" err="1">
                <a:latin typeface="Georgia" panose="02040502050405020303" pitchFamily="18" charset="0"/>
              </a:rPr>
              <a:t>deformation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induced</a:t>
            </a:r>
            <a:r>
              <a:rPr lang="it-IT" sz="1600" dirty="0">
                <a:latin typeface="Georgia" panose="02040502050405020303" pitchFamily="18" charset="0"/>
              </a:rPr>
              <a:t> by the shear </a:t>
            </a:r>
            <a:r>
              <a:rPr lang="it-IT" sz="1600" dirty="0" err="1">
                <a:latin typeface="Georgia" panose="02040502050405020303" pitchFamily="18" charset="0"/>
              </a:rPr>
              <a:t>as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explaied</a:t>
            </a:r>
            <a:r>
              <a:rPr lang="it-IT" sz="1600" dirty="0">
                <a:latin typeface="Georgia" panose="02040502050405020303" pitchFamily="18" charset="0"/>
              </a:rPr>
              <a:t> in the theory of </a:t>
            </a:r>
            <a:r>
              <a:rPr lang="it-IT" sz="1600" dirty="0" err="1">
                <a:latin typeface="Georgia" panose="02040502050405020303" pitchFamily="18" charset="0"/>
              </a:rPr>
              <a:t>elasticity</a:t>
            </a:r>
            <a:r>
              <a:rPr lang="it-IT" sz="1600" dirty="0">
                <a:latin typeface="Georgia" panose="02040502050405020303" pitchFamily="18" charset="0"/>
              </a:rPr>
              <a:t> by Timoshenko </a:t>
            </a:r>
            <a:r>
              <a:rPr lang="it-IT" sz="1600" dirty="0" err="1">
                <a:latin typeface="Georgia" panose="02040502050405020303" pitchFamily="18" charset="0"/>
              </a:rPr>
              <a:t>beam</a:t>
            </a:r>
            <a:r>
              <a:rPr lang="it-IT" sz="1600" dirty="0">
                <a:latin typeface="Georgia" panose="02040502050405020303" pitchFamily="18" charset="0"/>
              </a:rPr>
              <a:t> theory</a:t>
            </a:r>
            <a:endParaRPr lang="it-IT" dirty="0">
              <a:latin typeface="Abadi Extra 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Abadi Extra Light" panose="020B02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Georgia" panose="02040502050405020303" pitchFamily="18" charset="0"/>
              </a:rPr>
              <a:t>From the </a:t>
            </a:r>
            <a:r>
              <a:rPr lang="it-IT" sz="1600" dirty="0" err="1">
                <a:latin typeface="Georgia" panose="02040502050405020303" pitchFamily="18" charset="0"/>
              </a:rPr>
              <a:t>collected</a:t>
            </a:r>
            <a:r>
              <a:rPr lang="it-IT" sz="1600" dirty="0">
                <a:latin typeface="Georgia" panose="02040502050405020303" pitchFamily="18" charset="0"/>
              </a:rPr>
              <a:t> data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clear </a:t>
            </a:r>
            <a:r>
              <a:rPr lang="it-IT" sz="1600" dirty="0" err="1">
                <a:latin typeface="Georgia" panose="02040502050405020303" pitchFamily="18" charset="0"/>
              </a:rPr>
              <a:t>that</a:t>
            </a:r>
            <a:r>
              <a:rPr lang="it-IT" sz="1600" dirty="0">
                <a:latin typeface="Georgia" panose="02040502050405020303" pitchFamily="18" charset="0"/>
              </a:rPr>
              <a:t> the QUAD </a:t>
            </a:r>
            <a:r>
              <a:rPr lang="it-IT" sz="1600" dirty="0" err="1">
                <a:latin typeface="Georgia" panose="02040502050405020303" pitchFamily="18" charset="0"/>
              </a:rPr>
              <a:t>elements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reults</a:t>
            </a:r>
            <a:r>
              <a:rPr lang="it-IT" sz="1600" dirty="0">
                <a:latin typeface="Georgia" panose="02040502050405020303" pitchFamily="18" charset="0"/>
              </a:rPr>
              <a:t> to </a:t>
            </a:r>
            <a:r>
              <a:rPr lang="it-IT" sz="1600" dirty="0" err="1">
                <a:latin typeface="Georgia" panose="02040502050405020303" pitchFamily="18" charset="0"/>
              </a:rPr>
              <a:t>approximates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better</a:t>
            </a:r>
            <a:r>
              <a:rPr lang="it-IT" sz="1600" dirty="0">
                <a:latin typeface="Georgia" panose="02040502050405020303" pitchFamily="18" charset="0"/>
              </a:rPr>
              <a:t> the shear stress, </a:t>
            </a:r>
            <a:r>
              <a:rPr lang="it-IT" sz="1600" dirty="0" err="1">
                <a:latin typeface="Georgia" panose="02040502050405020303" pitchFamily="18" charset="0"/>
              </a:rPr>
              <a:t>while</a:t>
            </a:r>
            <a:r>
              <a:rPr lang="it-IT" sz="1600" dirty="0">
                <a:latin typeface="Georgia" panose="02040502050405020303" pitchFamily="18" charset="0"/>
              </a:rPr>
              <a:t> the TRIA </a:t>
            </a:r>
            <a:r>
              <a:rPr lang="it-IT" sz="1600" dirty="0" err="1">
                <a:latin typeface="Georgia" panose="02040502050405020303" pitchFamily="18" charset="0"/>
              </a:rPr>
              <a:t>elements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approximates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better</a:t>
            </a:r>
            <a:r>
              <a:rPr lang="it-IT" sz="1600" dirty="0">
                <a:latin typeface="Georgia" panose="02040502050405020303" pitchFamily="18" charset="0"/>
              </a:rPr>
              <a:t> the </a:t>
            </a:r>
            <a:r>
              <a:rPr lang="it-IT" sz="1600" dirty="0" err="1">
                <a:latin typeface="Georgia" panose="02040502050405020303" pitchFamily="18" charset="0"/>
              </a:rPr>
              <a:t>normal</a:t>
            </a:r>
            <a:r>
              <a:rPr lang="it-IT" sz="1600" dirty="0">
                <a:latin typeface="Georgia" panose="02040502050405020303" pitchFamily="18" charset="0"/>
              </a:rPr>
              <a:t> stress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Abadi Extra Light" panose="020B02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4">
                <a:extLst>
                  <a:ext uri="{FF2B5EF4-FFF2-40B4-BE49-F238E27FC236}">
                    <a16:creationId xmlns:a16="http://schemas.microsoft.com/office/drawing/2014/main" id="{1B6E15CA-86C3-8F1C-11D3-4818C298A0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603225"/>
                  </p:ext>
                </p:extLst>
              </p:nvPr>
            </p:nvGraphicFramePr>
            <p:xfrm>
              <a:off x="474618" y="3429000"/>
              <a:ext cx="3731622" cy="255365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00158">
                      <a:extLst>
                        <a:ext uri="{9D8B030D-6E8A-4147-A177-3AD203B41FA5}">
                          <a16:colId xmlns:a16="http://schemas.microsoft.com/office/drawing/2014/main" val="1809678166"/>
                        </a:ext>
                      </a:extLst>
                    </a:gridCol>
                    <a:gridCol w="810488">
                      <a:extLst>
                        <a:ext uri="{9D8B030D-6E8A-4147-A177-3AD203B41FA5}">
                          <a16:colId xmlns:a16="http://schemas.microsoft.com/office/drawing/2014/main" val="610435101"/>
                        </a:ext>
                      </a:extLst>
                    </a:gridCol>
                    <a:gridCol w="810488">
                      <a:extLst>
                        <a:ext uri="{9D8B030D-6E8A-4147-A177-3AD203B41FA5}">
                          <a16:colId xmlns:a16="http://schemas.microsoft.com/office/drawing/2014/main" val="3437170014"/>
                        </a:ext>
                      </a:extLst>
                    </a:gridCol>
                    <a:gridCol w="810488">
                      <a:extLst>
                        <a:ext uri="{9D8B030D-6E8A-4147-A177-3AD203B41FA5}">
                          <a16:colId xmlns:a16="http://schemas.microsoft.com/office/drawing/2014/main" val="852734159"/>
                        </a:ext>
                      </a:extLst>
                    </a:gridCol>
                  </a:tblGrid>
                  <a:tr h="74575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Quad </a:t>
                          </a:r>
                          <a:r>
                            <a:rPr lang="it-IT" sz="1100" u="none" strike="noStrike" dirty="0" err="1">
                              <a:effectLst/>
                            </a:rPr>
                            <a:t>elements</a:t>
                          </a:r>
                          <a:endParaRPr lang="it-IT" sz="1100" u="none" strike="noStrike" dirty="0">
                            <a:effectLst/>
                          </a:endParaRPr>
                        </a:p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20x100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f</a:t>
                          </a:r>
                          <a:endParaRPr lang="it-IT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100" i="1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it-IT" sz="1100" b="0" i="1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100" i="1">
                                        <a:latin typeface="Cambria Math" panose="02040503050406030204" pitchFamily="18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it-IT" sz="1100" b="0" i="1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50076456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1 A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100" u="none" strike="noStrike" dirty="0">
                              <a:effectLst/>
                            </a:rPr>
                            <a:t>0,1611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14,94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880185175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1 B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100" u="none" strike="noStrike" dirty="0">
                              <a:effectLst/>
                            </a:rPr>
                            <a:t>0,1611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14,94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15106364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2 A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0,1579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>
                              <a:effectLst/>
                            </a:rPr>
                            <a:t>14,94</a:t>
                          </a:r>
                          <a:endParaRPr lang="it-IT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191934510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2 B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100" u="none" strike="noStrike" dirty="0">
                              <a:effectLst/>
                            </a:rPr>
                            <a:t>0,1579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14,94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9405376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4">
                <a:extLst>
                  <a:ext uri="{FF2B5EF4-FFF2-40B4-BE49-F238E27FC236}">
                    <a16:creationId xmlns:a16="http://schemas.microsoft.com/office/drawing/2014/main" id="{1B6E15CA-86C3-8F1C-11D3-4818C298A0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603225"/>
                  </p:ext>
                </p:extLst>
              </p:nvPr>
            </p:nvGraphicFramePr>
            <p:xfrm>
              <a:off x="474618" y="3429000"/>
              <a:ext cx="3731622" cy="255365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00158">
                      <a:extLst>
                        <a:ext uri="{9D8B030D-6E8A-4147-A177-3AD203B41FA5}">
                          <a16:colId xmlns:a16="http://schemas.microsoft.com/office/drawing/2014/main" val="1809678166"/>
                        </a:ext>
                      </a:extLst>
                    </a:gridCol>
                    <a:gridCol w="810488">
                      <a:extLst>
                        <a:ext uri="{9D8B030D-6E8A-4147-A177-3AD203B41FA5}">
                          <a16:colId xmlns:a16="http://schemas.microsoft.com/office/drawing/2014/main" val="610435101"/>
                        </a:ext>
                      </a:extLst>
                    </a:gridCol>
                    <a:gridCol w="810488">
                      <a:extLst>
                        <a:ext uri="{9D8B030D-6E8A-4147-A177-3AD203B41FA5}">
                          <a16:colId xmlns:a16="http://schemas.microsoft.com/office/drawing/2014/main" val="3437170014"/>
                        </a:ext>
                      </a:extLst>
                    </a:gridCol>
                    <a:gridCol w="810488">
                      <a:extLst>
                        <a:ext uri="{9D8B030D-6E8A-4147-A177-3AD203B41FA5}">
                          <a16:colId xmlns:a16="http://schemas.microsoft.com/office/drawing/2014/main" val="852734159"/>
                        </a:ext>
                      </a:extLst>
                    </a:gridCol>
                  </a:tblGrid>
                  <a:tr h="74575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Quad </a:t>
                          </a:r>
                          <a:r>
                            <a:rPr lang="it-IT" sz="1100" u="none" strike="noStrike" dirty="0" err="1">
                              <a:effectLst/>
                            </a:rPr>
                            <a:t>elements</a:t>
                          </a:r>
                          <a:endParaRPr lang="it-IT" sz="1100" u="none" strike="noStrike" dirty="0">
                            <a:effectLst/>
                          </a:endParaRPr>
                        </a:p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20x100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f</a:t>
                          </a:r>
                          <a:endParaRPr lang="it-IT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61654" t="-813" r="-102256" b="-2430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61654" t="-813" r="-2256" b="-2430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076456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1 A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100" u="none" strike="noStrike" dirty="0">
                              <a:effectLst/>
                            </a:rPr>
                            <a:t>0,1611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14,94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880185175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1 B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100" u="none" strike="noStrike" dirty="0">
                              <a:effectLst/>
                            </a:rPr>
                            <a:t>0,1611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14,94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15106364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2 A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0,1579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>
                              <a:effectLst/>
                            </a:rPr>
                            <a:t>14,94</a:t>
                          </a:r>
                          <a:endParaRPr lang="it-IT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191934510"/>
                      </a:ext>
                    </a:extLst>
                  </a:tr>
                  <a:tr h="4519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CASE 2 B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100" u="none" strike="noStrike" dirty="0">
                              <a:effectLst/>
                            </a:rPr>
                            <a:t>0,1579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142,5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it-IT" sz="1100" u="none" strike="noStrike" dirty="0">
                              <a:effectLst/>
                            </a:rPr>
                            <a:t>14,94</a:t>
                          </a:r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9405376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asellaDiTesto 5">
            <a:extLst>
              <a:ext uri="{FF2B5EF4-FFF2-40B4-BE49-F238E27FC236}">
                <a16:creationId xmlns:a16="http://schemas.microsoft.com/office/drawing/2014/main" id="{1D12D5C8-82E2-4E98-A191-ACA33C9A4D2D}"/>
              </a:ext>
            </a:extLst>
          </p:cNvPr>
          <p:cNvSpPr txBox="1"/>
          <p:nvPr/>
        </p:nvSpPr>
        <p:spPr>
          <a:xfrm>
            <a:off x="10872651" y="4464896"/>
            <a:ext cx="342900" cy="24765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lIns="0" tIns="0" rIns="0" bIns="0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1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CD44715-C28D-9EB2-1C74-0BCDAE83B453}"/>
              </a:ext>
            </a:extLst>
          </p:cNvPr>
          <p:cNvSpPr txBox="1"/>
          <p:nvPr/>
        </p:nvSpPr>
        <p:spPr>
          <a:xfrm>
            <a:off x="4206240" y="3993433"/>
            <a:ext cx="77332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Georgia" panose="02040502050405020303" pitchFamily="18" charset="0"/>
              </a:rPr>
              <a:t>There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no </a:t>
            </a:r>
            <a:r>
              <a:rPr lang="it-IT" sz="1600" dirty="0" err="1">
                <a:latin typeface="Georgia" panose="02040502050405020303" pitchFamily="18" charset="0"/>
              </a:rPr>
              <a:t>change</a:t>
            </a:r>
            <a:r>
              <a:rPr lang="it-IT" sz="1600" dirty="0">
                <a:latin typeface="Georgia" panose="02040502050405020303" pitchFamily="18" charset="0"/>
              </a:rPr>
              <a:t> in the </a:t>
            </a:r>
            <a:r>
              <a:rPr lang="it-IT" sz="1600" dirty="0" err="1">
                <a:latin typeface="Georgia" panose="02040502050405020303" pitchFamily="18" charset="0"/>
              </a:rPr>
              <a:t>analyical</a:t>
            </a:r>
            <a:r>
              <a:rPr lang="it-IT" sz="1600" dirty="0">
                <a:latin typeface="Georgia" panose="02040502050405020303" pitchFamily="18" charset="0"/>
              </a:rPr>
              <a:t> data, </a:t>
            </a:r>
            <a:r>
              <a:rPr lang="it-IT" sz="1600" dirty="0" err="1">
                <a:latin typeface="Georgia" panose="02040502050405020303" pitchFamily="18" charset="0"/>
              </a:rPr>
              <a:t>both</a:t>
            </a:r>
            <a:r>
              <a:rPr lang="it-IT" sz="1600" dirty="0">
                <a:latin typeface="Georgia" panose="02040502050405020303" pitchFamily="18" charset="0"/>
              </a:rPr>
              <a:t> for </a:t>
            </a:r>
            <a:r>
              <a:rPr lang="it-IT" sz="1600" dirty="0" err="1">
                <a:latin typeface="Georgia" panose="02040502050405020303" pitchFamily="18" charset="0"/>
              </a:rPr>
              <a:t>displacement</a:t>
            </a:r>
            <a:r>
              <a:rPr lang="it-IT" sz="1600" dirty="0">
                <a:latin typeface="Georgia" panose="02040502050405020303" pitchFamily="18" charset="0"/>
              </a:rPr>
              <a:t> and stresses. (loading </a:t>
            </a:r>
            <a:r>
              <a:rPr lang="it-IT" sz="1600" dirty="0" err="1">
                <a:latin typeface="Georgia" panose="02040502050405020303" pitchFamily="18" charset="0"/>
              </a:rPr>
              <a:t>condition</a:t>
            </a:r>
            <a:r>
              <a:rPr lang="it-IT" sz="1600" dirty="0">
                <a:latin typeface="Georgia" panose="02040502050405020303" pitchFamily="18" charset="0"/>
              </a:rPr>
              <a:t>) </a:t>
            </a:r>
          </a:p>
          <a:p>
            <a:endParaRPr lang="it-IT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Georgia" panose="02040502050405020303" pitchFamily="18" charset="0"/>
              </a:rPr>
              <a:t>In the group 1 </a:t>
            </a:r>
            <a:r>
              <a:rPr lang="it-IT" sz="1600" dirty="0" err="1">
                <a:latin typeface="Georgia" panose="02040502050405020303" pitchFamily="18" charset="0"/>
              </a:rPr>
              <a:t>there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an </a:t>
            </a:r>
            <a:r>
              <a:rPr lang="it-IT" sz="1600" dirty="0" err="1">
                <a:latin typeface="Georgia" panose="02040502050405020303" pitchFamily="18" charset="0"/>
              </a:rPr>
              <a:t>increase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only</a:t>
            </a:r>
            <a:r>
              <a:rPr lang="it-IT" sz="1600" dirty="0">
                <a:latin typeface="Georgia" panose="02040502050405020303" pitchFamily="18" charset="0"/>
              </a:rPr>
              <a:t> in the </a:t>
            </a:r>
            <a:r>
              <a:rPr lang="it-IT" sz="1600" dirty="0" err="1">
                <a:latin typeface="Georgia" panose="02040502050405020303" pitchFamily="18" charset="0"/>
              </a:rPr>
              <a:t>displacement</a:t>
            </a:r>
            <a:r>
              <a:rPr lang="it-IT" sz="1600" dirty="0">
                <a:latin typeface="Georgia" panose="02040502050405020303" pitchFamily="18" charset="0"/>
              </a:rPr>
              <a:t>, </a:t>
            </a:r>
            <a:r>
              <a:rPr lang="it-IT" sz="1600" dirty="0" err="1">
                <a:latin typeface="Georgia" panose="02040502050405020303" pitchFamily="18" charset="0"/>
              </a:rPr>
              <a:t>maybe</a:t>
            </a:r>
            <a:r>
              <a:rPr lang="it-IT" sz="1600" dirty="0">
                <a:latin typeface="Georgia" panose="02040502050405020303" pitchFamily="18" charset="0"/>
              </a:rPr>
              <a:t> due to an </a:t>
            </a:r>
            <a:r>
              <a:rPr lang="it-IT" sz="1600" dirty="0" err="1">
                <a:latin typeface="Georgia" panose="02040502050405020303" pitchFamily="18" charset="0"/>
              </a:rPr>
              <a:t>infinitesimal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rotation</a:t>
            </a:r>
            <a:r>
              <a:rPr lang="it-IT" sz="1600" dirty="0">
                <a:latin typeface="Georgia" panose="02040502050405020303" pitchFamily="18" charset="0"/>
              </a:rPr>
              <a:t> of the </a:t>
            </a:r>
            <a:r>
              <a:rPr lang="it-IT" sz="1600" dirty="0" err="1">
                <a:latin typeface="Georgia" panose="02040502050405020303" pitchFamily="18" charset="0"/>
              </a:rPr>
              <a:t>left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edge</a:t>
            </a:r>
            <a:r>
              <a:rPr lang="it-IT" sz="1600" dirty="0">
                <a:latin typeface="Georgia" panose="02040502050405020303" pitchFamily="18" charset="0"/>
              </a:rPr>
              <a:t>, due to the free </a:t>
            </a:r>
            <a:r>
              <a:rPr lang="it-IT" sz="1600" dirty="0" err="1">
                <a:latin typeface="Georgia" panose="02040502050405020303" pitchFamily="18" charset="0"/>
              </a:rPr>
              <a:t>horizontal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displacement</a:t>
            </a:r>
            <a:r>
              <a:rPr lang="it-IT" sz="1600" dirty="0">
                <a:latin typeface="Georgia" panose="02040502050405020303" pitchFamily="18" charset="0"/>
              </a:rPr>
              <a:t> of </a:t>
            </a:r>
            <a:r>
              <a:rPr lang="it-IT" sz="1600" dirty="0" err="1">
                <a:latin typeface="Georgia" panose="02040502050405020303" pitchFamily="18" charset="0"/>
              </a:rPr>
              <a:t>its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nodes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but</a:t>
            </a:r>
            <a:r>
              <a:rPr lang="it-IT" sz="1600" dirty="0">
                <a:latin typeface="Georgia" panose="02040502050405020303" pitchFamily="18" charset="0"/>
              </a:rPr>
              <a:t> for </a:t>
            </a:r>
            <a:r>
              <a:rPr lang="it-IT" sz="1600" dirty="0" err="1">
                <a:latin typeface="Georgia" panose="02040502050405020303" pitchFamily="18" charset="0"/>
              </a:rPr>
              <a:t>central</a:t>
            </a:r>
            <a:r>
              <a:rPr lang="it-IT" sz="1600" dirty="0">
                <a:latin typeface="Georgia" panose="02040502050405020303" pitchFamily="18" charset="0"/>
              </a:rPr>
              <a:t> one (</a:t>
            </a:r>
            <a:r>
              <a:rPr lang="it-IT" sz="1600" dirty="0" err="1">
                <a:latin typeface="Georgia" panose="02040502050405020303" pitchFamily="18" charset="0"/>
              </a:rPr>
              <a:t>variation</a:t>
            </a:r>
            <a:r>
              <a:rPr lang="it-IT" sz="1600" dirty="0">
                <a:latin typeface="Georgia" panose="02040502050405020303" pitchFamily="18" charset="0"/>
              </a:rPr>
              <a:t> of the </a:t>
            </a:r>
            <a:r>
              <a:rPr lang="it-IT" sz="1600" dirty="0" err="1">
                <a:latin typeface="Georgia" panose="02040502050405020303" pitchFamily="18" charset="0"/>
              </a:rPr>
              <a:t>constraints</a:t>
            </a:r>
            <a:r>
              <a:rPr lang="it-IT" sz="1600" dirty="0">
                <a:latin typeface="Georgia" panose="020405020504050203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57555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993</Words>
  <Application>Microsoft Office PowerPoint</Application>
  <PresentationFormat>Widescreen</PresentationFormat>
  <Paragraphs>188</Paragraphs>
  <Slides>12</Slides>
  <Notes>0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Abadi Extra Light</vt:lpstr>
      <vt:lpstr>Arial</vt:lpstr>
      <vt:lpstr>Calibri</vt:lpstr>
      <vt:lpstr>Calibri Light</vt:lpstr>
      <vt:lpstr>Cambria Math</vt:lpstr>
      <vt:lpstr>Georgia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Tommaso Massone</dc:creator>
  <cp:lastModifiedBy>Tommaso Francesco Massone</cp:lastModifiedBy>
  <cp:revision>3</cp:revision>
  <dcterms:created xsi:type="dcterms:W3CDTF">2022-11-07T17:49:31Z</dcterms:created>
  <dcterms:modified xsi:type="dcterms:W3CDTF">2024-11-18T17:34:23Z</dcterms:modified>
</cp:coreProperties>
</file>