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5" r:id="rId2"/>
    <p:sldId id="257" r:id="rId3"/>
    <p:sldId id="264" r:id="rId4"/>
    <p:sldId id="274" r:id="rId5"/>
    <p:sldId id="262" r:id="rId6"/>
    <p:sldId id="263" r:id="rId7"/>
    <p:sldId id="266" r:id="rId8"/>
    <p:sldId id="270" r:id="rId9"/>
    <p:sldId id="267" r:id="rId10"/>
    <p:sldId id="273" r:id="rId11"/>
    <p:sldId id="272" r:id="rId12"/>
    <p:sldId id="275" r:id="rId1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B3E6DA2-CA0D-439D-9FD9-BDD3A81154B6}" v="171" dt="2024-11-15T14:58:45.0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799" autoAdjust="0"/>
    <p:restoredTop sz="95669" autoAdjust="0"/>
  </p:normalViewPr>
  <p:slideViewPr>
    <p:cSldViewPr snapToGrid="0">
      <p:cViewPr varScale="1">
        <p:scale>
          <a:sx n="56" d="100"/>
          <a:sy n="56" d="100"/>
        </p:scale>
        <p:origin x="90" y="127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mmaso Massone" userId="30f7c32bd57ce6fe" providerId="LiveId" clId="{2B3E6DA2-CA0D-439D-9FD9-BDD3A81154B6}"/>
    <pc:docChg chg="undo custSel modSld">
      <pc:chgData name="Tommaso Massone" userId="30f7c32bd57ce6fe" providerId="LiveId" clId="{2B3E6DA2-CA0D-439D-9FD9-BDD3A81154B6}" dt="2024-11-18T17:47:42.477" v="1238" actId="14100"/>
      <pc:docMkLst>
        <pc:docMk/>
      </pc:docMkLst>
      <pc:sldChg chg="addSp delSp modSp mod">
        <pc:chgData name="Tommaso Massone" userId="30f7c32bd57ce6fe" providerId="LiveId" clId="{2B3E6DA2-CA0D-439D-9FD9-BDD3A81154B6}" dt="2024-11-18T17:40:30.242" v="1016" actId="20577"/>
        <pc:sldMkLst>
          <pc:docMk/>
          <pc:sldMk cId="2477562348" sldId="257"/>
        </pc:sldMkLst>
        <pc:spChg chg="mod">
          <ac:chgData name="Tommaso Massone" userId="30f7c32bd57ce6fe" providerId="LiveId" clId="{2B3E6DA2-CA0D-439D-9FD9-BDD3A81154B6}" dt="2024-11-15T14:43:02.964" v="684" actId="255"/>
          <ac:spMkLst>
            <pc:docMk/>
            <pc:sldMk cId="2477562348" sldId="257"/>
            <ac:spMk id="2" creationId="{C9B61758-A8C4-2FC3-42E5-A84E39AF64E6}"/>
          </ac:spMkLst>
        </pc:spChg>
        <pc:spChg chg="mod">
          <ac:chgData name="Tommaso Massone" userId="30f7c32bd57ce6fe" providerId="LiveId" clId="{2B3E6DA2-CA0D-439D-9FD9-BDD3A81154B6}" dt="2024-11-18T17:40:30.242" v="1016" actId="20577"/>
          <ac:spMkLst>
            <pc:docMk/>
            <pc:sldMk cId="2477562348" sldId="257"/>
            <ac:spMk id="3" creationId="{894297FA-6278-AD8A-A344-66A26AD53F68}"/>
          </ac:spMkLst>
        </pc:spChg>
        <pc:spChg chg="add del">
          <ac:chgData name="Tommaso Massone" userId="30f7c32bd57ce6fe" providerId="LiveId" clId="{2B3E6DA2-CA0D-439D-9FD9-BDD3A81154B6}" dt="2024-11-15T14:41:01.196" v="675" actId="26606"/>
          <ac:spMkLst>
            <pc:docMk/>
            <pc:sldMk cId="2477562348" sldId="257"/>
            <ac:spMk id="24" creationId="{86C7B4A1-154A-4DF0-AC46-F88D75A2E0FD}"/>
          </ac:spMkLst>
        </pc:spChg>
        <pc:spChg chg="add del">
          <ac:chgData name="Tommaso Massone" userId="30f7c32bd57ce6fe" providerId="LiveId" clId="{2B3E6DA2-CA0D-439D-9FD9-BDD3A81154B6}" dt="2024-11-15T14:40:33.496" v="662" actId="26606"/>
          <ac:spMkLst>
            <pc:docMk/>
            <pc:sldMk cId="2477562348" sldId="257"/>
            <ac:spMk id="29" creationId="{04812C46-200A-4DEB-A05E-3ED6C68C2387}"/>
          </ac:spMkLst>
        </pc:spChg>
        <pc:spChg chg="add del">
          <ac:chgData name="Tommaso Massone" userId="30f7c32bd57ce6fe" providerId="LiveId" clId="{2B3E6DA2-CA0D-439D-9FD9-BDD3A81154B6}" dt="2024-11-15T14:40:33.496" v="662" actId="26606"/>
          <ac:spMkLst>
            <pc:docMk/>
            <pc:sldMk cId="2477562348" sldId="257"/>
            <ac:spMk id="31" creationId="{D1EA859B-E555-4109-94F3-6700E046E008}"/>
          </ac:spMkLst>
        </pc:spChg>
        <pc:spChg chg="add del">
          <ac:chgData name="Tommaso Massone" userId="30f7c32bd57ce6fe" providerId="LiveId" clId="{2B3E6DA2-CA0D-439D-9FD9-BDD3A81154B6}" dt="2024-11-15T14:40:47.763" v="664" actId="26606"/>
          <ac:spMkLst>
            <pc:docMk/>
            <pc:sldMk cId="2477562348" sldId="257"/>
            <ac:spMk id="33" creationId="{04812C46-200A-4DEB-A05E-3ED6C68C2387}"/>
          </ac:spMkLst>
        </pc:spChg>
        <pc:spChg chg="add del">
          <ac:chgData name="Tommaso Massone" userId="30f7c32bd57ce6fe" providerId="LiveId" clId="{2B3E6DA2-CA0D-439D-9FD9-BDD3A81154B6}" dt="2024-11-15T14:40:47.763" v="664" actId="26606"/>
          <ac:spMkLst>
            <pc:docMk/>
            <pc:sldMk cId="2477562348" sldId="257"/>
            <ac:spMk id="34" creationId="{D1EA859B-E555-4109-94F3-6700E046E008}"/>
          </ac:spMkLst>
        </pc:spChg>
        <pc:spChg chg="add del">
          <ac:chgData name="Tommaso Massone" userId="30f7c32bd57ce6fe" providerId="LiveId" clId="{2B3E6DA2-CA0D-439D-9FD9-BDD3A81154B6}" dt="2024-11-15T14:40:53.114" v="666" actId="26606"/>
          <ac:spMkLst>
            <pc:docMk/>
            <pc:sldMk cId="2477562348" sldId="257"/>
            <ac:spMk id="36" creationId="{04812C46-200A-4DEB-A05E-3ED6C68C2387}"/>
          </ac:spMkLst>
        </pc:spChg>
        <pc:spChg chg="add del">
          <ac:chgData name="Tommaso Massone" userId="30f7c32bd57ce6fe" providerId="LiveId" clId="{2B3E6DA2-CA0D-439D-9FD9-BDD3A81154B6}" dt="2024-11-15T14:40:53.114" v="666" actId="26606"/>
          <ac:spMkLst>
            <pc:docMk/>
            <pc:sldMk cId="2477562348" sldId="257"/>
            <ac:spMk id="37" creationId="{D1EA859B-E555-4109-94F3-6700E046E008}"/>
          </ac:spMkLst>
        </pc:spChg>
        <pc:spChg chg="add del">
          <ac:chgData name="Tommaso Massone" userId="30f7c32bd57ce6fe" providerId="LiveId" clId="{2B3E6DA2-CA0D-439D-9FD9-BDD3A81154B6}" dt="2024-11-15T14:40:55.856" v="668" actId="26606"/>
          <ac:spMkLst>
            <pc:docMk/>
            <pc:sldMk cId="2477562348" sldId="257"/>
            <ac:spMk id="39" creationId="{04812C46-200A-4DEB-A05E-3ED6C68C2387}"/>
          </ac:spMkLst>
        </pc:spChg>
        <pc:spChg chg="add del">
          <ac:chgData name="Tommaso Massone" userId="30f7c32bd57ce6fe" providerId="LiveId" clId="{2B3E6DA2-CA0D-439D-9FD9-BDD3A81154B6}" dt="2024-11-15T14:40:55.856" v="668" actId="26606"/>
          <ac:spMkLst>
            <pc:docMk/>
            <pc:sldMk cId="2477562348" sldId="257"/>
            <ac:spMk id="40" creationId="{D1EA859B-E555-4109-94F3-6700E046E008}"/>
          </ac:spMkLst>
        </pc:spChg>
        <pc:spChg chg="add del">
          <ac:chgData name="Tommaso Massone" userId="30f7c32bd57ce6fe" providerId="LiveId" clId="{2B3E6DA2-CA0D-439D-9FD9-BDD3A81154B6}" dt="2024-11-15T14:40:57.932" v="670" actId="26606"/>
          <ac:spMkLst>
            <pc:docMk/>
            <pc:sldMk cId="2477562348" sldId="257"/>
            <ac:spMk id="42" creationId="{04812C46-200A-4DEB-A05E-3ED6C68C2387}"/>
          </ac:spMkLst>
        </pc:spChg>
        <pc:spChg chg="add del">
          <ac:chgData name="Tommaso Massone" userId="30f7c32bd57ce6fe" providerId="LiveId" clId="{2B3E6DA2-CA0D-439D-9FD9-BDD3A81154B6}" dt="2024-11-15T14:40:57.932" v="670" actId="26606"/>
          <ac:spMkLst>
            <pc:docMk/>
            <pc:sldMk cId="2477562348" sldId="257"/>
            <ac:spMk id="43" creationId="{D1EA859B-E555-4109-94F3-6700E046E008}"/>
          </ac:spMkLst>
        </pc:spChg>
        <pc:spChg chg="add del">
          <ac:chgData name="Tommaso Massone" userId="30f7c32bd57ce6fe" providerId="LiveId" clId="{2B3E6DA2-CA0D-439D-9FD9-BDD3A81154B6}" dt="2024-11-15T14:40:59.815" v="672" actId="26606"/>
          <ac:spMkLst>
            <pc:docMk/>
            <pc:sldMk cId="2477562348" sldId="257"/>
            <ac:spMk id="45" creationId="{04812C46-200A-4DEB-A05E-3ED6C68C2387}"/>
          </ac:spMkLst>
        </pc:spChg>
        <pc:spChg chg="add del">
          <ac:chgData name="Tommaso Massone" userId="30f7c32bd57ce6fe" providerId="LiveId" clId="{2B3E6DA2-CA0D-439D-9FD9-BDD3A81154B6}" dt="2024-11-15T14:40:59.815" v="672" actId="26606"/>
          <ac:spMkLst>
            <pc:docMk/>
            <pc:sldMk cId="2477562348" sldId="257"/>
            <ac:spMk id="46" creationId="{D1EA859B-E555-4109-94F3-6700E046E008}"/>
          </ac:spMkLst>
        </pc:spChg>
        <pc:spChg chg="add del">
          <ac:chgData name="Tommaso Massone" userId="30f7c32bd57ce6fe" providerId="LiveId" clId="{2B3E6DA2-CA0D-439D-9FD9-BDD3A81154B6}" dt="2024-11-15T14:41:01.180" v="674" actId="26606"/>
          <ac:spMkLst>
            <pc:docMk/>
            <pc:sldMk cId="2477562348" sldId="257"/>
            <ac:spMk id="48" creationId="{04812C46-200A-4DEB-A05E-3ED6C68C2387}"/>
          </ac:spMkLst>
        </pc:spChg>
        <pc:spChg chg="add del">
          <ac:chgData name="Tommaso Massone" userId="30f7c32bd57ce6fe" providerId="LiveId" clId="{2B3E6DA2-CA0D-439D-9FD9-BDD3A81154B6}" dt="2024-11-15T14:41:01.180" v="674" actId="26606"/>
          <ac:spMkLst>
            <pc:docMk/>
            <pc:sldMk cId="2477562348" sldId="257"/>
            <ac:spMk id="49" creationId="{D1EA859B-E555-4109-94F3-6700E046E008}"/>
          </ac:spMkLst>
        </pc:spChg>
        <pc:spChg chg="add">
          <ac:chgData name="Tommaso Massone" userId="30f7c32bd57ce6fe" providerId="LiveId" clId="{2B3E6DA2-CA0D-439D-9FD9-BDD3A81154B6}" dt="2024-11-15T14:41:01.196" v="675" actId="26606"/>
          <ac:spMkLst>
            <pc:docMk/>
            <pc:sldMk cId="2477562348" sldId="257"/>
            <ac:spMk id="51" creationId="{04812C46-200A-4DEB-A05E-3ED6C68C2387}"/>
          </ac:spMkLst>
        </pc:spChg>
        <pc:spChg chg="add">
          <ac:chgData name="Tommaso Massone" userId="30f7c32bd57ce6fe" providerId="LiveId" clId="{2B3E6DA2-CA0D-439D-9FD9-BDD3A81154B6}" dt="2024-11-15T14:41:01.196" v="675" actId="26606"/>
          <ac:spMkLst>
            <pc:docMk/>
            <pc:sldMk cId="2477562348" sldId="257"/>
            <ac:spMk id="52" creationId="{D1EA859B-E555-4109-94F3-6700E046E008}"/>
          </ac:spMkLst>
        </pc:spChg>
        <pc:picChg chg="mod">
          <ac:chgData name="Tommaso Massone" userId="30f7c32bd57ce6fe" providerId="LiveId" clId="{2B3E6DA2-CA0D-439D-9FD9-BDD3A81154B6}" dt="2024-11-15T14:42:49.627" v="682" actId="1076"/>
          <ac:picMkLst>
            <pc:docMk/>
            <pc:sldMk cId="2477562348" sldId="257"/>
            <ac:picMk id="5" creationId="{25D03A0A-23C9-AFC7-7BB2-2EF88589D902}"/>
          </ac:picMkLst>
        </pc:picChg>
      </pc:sldChg>
      <pc:sldChg chg="modSp mod">
        <pc:chgData name="Tommaso Massone" userId="30f7c32bd57ce6fe" providerId="LiveId" clId="{2B3E6DA2-CA0D-439D-9FD9-BDD3A81154B6}" dt="2024-11-18T17:45:24.839" v="1202" actId="1076"/>
        <pc:sldMkLst>
          <pc:docMk/>
          <pc:sldMk cId="1768842548" sldId="262"/>
        </pc:sldMkLst>
        <pc:spChg chg="mod">
          <ac:chgData name="Tommaso Massone" userId="30f7c32bd57ce6fe" providerId="LiveId" clId="{2B3E6DA2-CA0D-439D-9FD9-BDD3A81154B6}" dt="2024-11-15T14:23:09.920" v="531" actId="20577"/>
          <ac:spMkLst>
            <pc:docMk/>
            <pc:sldMk cId="1768842548" sldId="262"/>
            <ac:spMk id="2" creationId="{C85E0A97-2277-6CD5-A02D-93B96AFC62CC}"/>
          </ac:spMkLst>
        </pc:spChg>
        <pc:spChg chg="mod">
          <ac:chgData name="Tommaso Massone" userId="30f7c32bd57ce6fe" providerId="LiveId" clId="{2B3E6DA2-CA0D-439D-9FD9-BDD3A81154B6}" dt="2024-11-18T17:45:24.839" v="1202" actId="1076"/>
          <ac:spMkLst>
            <pc:docMk/>
            <pc:sldMk cId="1768842548" sldId="262"/>
            <ac:spMk id="5" creationId="{5EB6041D-B006-2899-2AF4-BE31739AE662}"/>
          </ac:spMkLst>
        </pc:spChg>
        <pc:spChg chg="mod">
          <ac:chgData name="Tommaso Massone" userId="30f7c32bd57ce6fe" providerId="LiveId" clId="{2B3E6DA2-CA0D-439D-9FD9-BDD3A81154B6}" dt="2024-11-15T14:22:39.851" v="527" actId="1076"/>
          <ac:spMkLst>
            <pc:docMk/>
            <pc:sldMk cId="1768842548" sldId="262"/>
            <ac:spMk id="8" creationId="{80F226F5-CD41-DC6D-A6F8-BF2D79AECBEA}"/>
          </ac:spMkLst>
        </pc:spChg>
      </pc:sldChg>
      <pc:sldChg chg="modSp mod">
        <pc:chgData name="Tommaso Massone" userId="30f7c32bd57ce6fe" providerId="LiveId" clId="{2B3E6DA2-CA0D-439D-9FD9-BDD3A81154B6}" dt="2024-11-18T17:46:00.465" v="1220" actId="20577"/>
        <pc:sldMkLst>
          <pc:docMk/>
          <pc:sldMk cId="136256476" sldId="263"/>
        </pc:sldMkLst>
        <pc:spChg chg="mod">
          <ac:chgData name="Tommaso Massone" userId="30f7c32bd57ce6fe" providerId="LiveId" clId="{2B3E6DA2-CA0D-439D-9FD9-BDD3A81154B6}" dt="2024-11-18T17:46:00.465" v="1220" actId="20577"/>
          <ac:spMkLst>
            <pc:docMk/>
            <pc:sldMk cId="136256476" sldId="263"/>
            <ac:spMk id="3" creationId="{E45B6A28-07A9-CE98-A1B3-7CB055E1A1C0}"/>
          </ac:spMkLst>
        </pc:spChg>
        <pc:picChg chg="mod modCrop">
          <ac:chgData name="Tommaso Massone" userId="30f7c32bd57ce6fe" providerId="LiveId" clId="{2B3E6DA2-CA0D-439D-9FD9-BDD3A81154B6}" dt="2024-11-15T14:26:01.926" v="629" actId="1076"/>
          <ac:picMkLst>
            <pc:docMk/>
            <pc:sldMk cId="136256476" sldId="263"/>
            <ac:picMk id="5" creationId="{6098DF2C-57F5-9235-B75D-A09CF4C3AA15}"/>
          </ac:picMkLst>
        </pc:picChg>
      </pc:sldChg>
      <pc:sldChg chg="modSp mod">
        <pc:chgData name="Tommaso Massone" userId="30f7c32bd57ce6fe" providerId="LiveId" clId="{2B3E6DA2-CA0D-439D-9FD9-BDD3A81154B6}" dt="2024-11-18T17:42:27.958" v="1059" actId="20577"/>
        <pc:sldMkLst>
          <pc:docMk/>
          <pc:sldMk cId="3738140773" sldId="264"/>
        </pc:sldMkLst>
        <pc:spChg chg="mod">
          <ac:chgData name="Tommaso Massone" userId="30f7c32bd57ce6fe" providerId="LiveId" clId="{2B3E6DA2-CA0D-439D-9FD9-BDD3A81154B6}" dt="2024-11-18T17:42:27.958" v="1059" actId="20577"/>
          <ac:spMkLst>
            <pc:docMk/>
            <pc:sldMk cId="3738140773" sldId="264"/>
            <ac:spMk id="2" creationId="{B94EC23A-4D48-AB74-3C90-3111B184F97F}"/>
          </ac:spMkLst>
        </pc:spChg>
        <pc:spChg chg="mod">
          <ac:chgData name="Tommaso Massone" userId="30f7c32bd57ce6fe" providerId="LiveId" clId="{2B3E6DA2-CA0D-439D-9FD9-BDD3A81154B6}" dt="2024-11-15T14:13:19.507" v="443" actId="120"/>
          <ac:spMkLst>
            <pc:docMk/>
            <pc:sldMk cId="3738140773" sldId="264"/>
            <ac:spMk id="5" creationId="{854F26C3-2984-774D-D89B-55B65FECFA7A}"/>
          </ac:spMkLst>
        </pc:spChg>
      </pc:sldChg>
      <pc:sldChg chg="modSp mod setBg">
        <pc:chgData name="Tommaso Massone" userId="30f7c32bd57ce6fe" providerId="LiveId" clId="{2B3E6DA2-CA0D-439D-9FD9-BDD3A81154B6}" dt="2024-11-15T13:56:22.925" v="169"/>
        <pc:sldMkLst>
          <pc:docMk/>
          <pc:sldMk cId="2155589268" sldId="265"/>
        </pc:sldMkLst>
        <pc:spChg chg="mod">
          <ac:chgData name="Tommaso Massone" userId="30f7c32bd57ce6fe" providerId="LiveId" clId="{2B3E6DA2-CA0D-439D-9FD9-BDD3A81154B6}" dt="2024-11-09T15:02:43.281" v="1" actId="2711"/>
          <ac:spMkLst>
            <pc:docMk/>
            <pc:sldMk cId="2155589268" sldId="265"/>
            <ac:spMk id="2" creationId="{3F8C6F42-B8AD-FDE6-DFFD-9D72A85B0CEF}"/>
          </ac:spMkLst>
        </pc:spChg>
        <pc:spChg chg="mod">
          <ac:chgData name="Tommaso Massone" userId="30f7c32bd57ce6fe" providerId="LiveId" clId="{2B3E6DA2-CA0D-439D-9FD9-BDD3A81154B6}" dt="2024-11-09T15:02:31.293" v="0" actId="2711"/>
          <ac:spMkLst>
            <pc:docMk/>
            <pc:sldMk cId="2155589268" sldId="265"/>
            <ac:spMk id="4" creationId="{E5C5746B-0F53-4897-2A9A-29FD6FCBE2B5}"/>
          </ac:spMkLst>
        </pc:spChg>
      </pc:sldChg>
      <pc:sldChg chg="delSp modSp mod modShow">
        <pc:chgData name="Tommaso Massone" userId="30f7c32bd57ce6fe" providerId="LiveId" clId="{2B3E6DA2-CA0D-439D-9FD9-BDD3A81154B6}" dt="2024-11-15T15:19:26.125" v="1005" actId="1076"/>
        <pc:sldMkLst>
          <pc:docMk/>
          <pc:sldMk cId="1123627255" sldId="266"/>
        </pc:sldMkLst>
        <pc:spChg chg="mod">
          <ac:chgData name="Tommaso Massone" userId="30f7c32bd57ce6fe" providerId="LiveId" clId="{2B3E6DA2-CA0D-439D-9FD9-BDD3A81154B6}" dt="2024-11-15T15:19:15.231" v="1002" actId="1076"/>
          <ac:spMkLst>
            <pc:docMk/>
            <pc:sldMk cId="1123627255" sldId="266"/>
            <ac:spMk id="7" creationId="{EA6EB8B9-4F5A-2414-3853-71215A6D0B50}"/>
          </ac:spMkLst>
        </pc:spChg>
        <pc:spChg chg="mod">
          <ac:chgData name="Tommaso Massone" userId="30f7c32bd57ce6fe" providerId="LiveId" clId="{2B3E6DA2-CA0D-439D-9FD9-BDD3A81154B6}" dt="2024-11-15T15:19:19.155" v="1003" actId="1076"/>
          <ac:spMkLst>
            <pc:docMk/>
            <pc:sldMk cId="1123627255" sldId="266"/>
            <ac:spMk id="8" creationId="{88BFE357-9EE7-DE2D-19CD-99695E0884E5}"/>
          </ac:spMkLst>
        </pc:spChg>
        <pc:spChg chg="mod">
          <ac:chgData name="Tommaso Massone" userId="30f7c32bd57ce6fe" providerId="LiveId" clId="{2B3E6DA2-CA0D-439D-9FD9-BDD3A81154B6}" dt="2024-11-15T15:19:22.121" v="1004" actId="1076"/>
          <ac:spMkLst>
            <pc:docMk/>
            <pc:sldMk cId="1123627255" sldId="266"/>
            <ac:spMk id="9" creationId="{D4B9E308-520C-507D-AA08-D9F4B97C2B0C}"/>
          </ac:spMkLst>
        </pc:spChg>
        <pc:spChg chg="mod">
          <ac:chgData name="Tommaso Massone" userId="30f7c32bd57ce6fe" providerId="LiveId" clId="{2B3E6DA2-CA0D-439D-9FD9-BDD3A81154B6}" dt="2024-11-15T15:19:26.125" v="1005" actId="1076"/>
          <ac:spMkLst>
            <pc:docMk/>
            <pc:sldMk cId="1123627255" sldId="266"/>
            <ac:spMk id="10" creationId="{1EAC6F62-6641-9E83-E28B-2754A421351F}"/>
          </ac:spMkLst>
        </pc:spChg>
        <pc:spChg chg="del mod">
          <ac:chgData name="Tommaso Massone" userId="30f7c32bd57ce6fe" providerId="LiveId" clId="{2B3E6DA2-CA0D-439D-9FD9-BDD3A81154B6}" dt="2024-11-15T15:18:59.775" v="997"/>
          <ac:spMkLst>
            <pc:docMk/>
            <pc:sldMk cId="1123627255" sldId="266"/>
            <ac:spMk id="11" creationId="{778A242A-CF4B-A953-292E-CA9534DC229F}"/>
          </ac:spMkLst>
        </pc:spChg>
        <pc:spChg chg="mod">
          <ac:chgData name="Tommaso Massone" userId="30f7c32bd57ce6fe" providerId="LiveId" clId="{2B3E6DA2-CA0D-439D-9FD9-BDD3A81154B6}" dt="2024-11-15T14:39:27.475" v="660" actId="12"/>
          <ac:spMkLst>
            <pc:docMk/>
            <pc:sldMk cId="1123627255" sldId="266"/>
            <ac:spMk id="13" creationId="{2DB51DE1-7E72-6192-2241-27A7D9154497}"/>
          </ac:spMkLst>
        </pc:spChg>
        <pc:spChg chg="del">
          <ac:chgData name="Tommaso Massone" userId="30f7c32bd57ce6fe" providerId="LiveId" clId="{2B3E6DA2-CA0D-439D-9FD9-BDD3A81154B6}" dt="2024-11-15T15:19:03.698" v="999" actId="478"/>
          <ac:spMkLst>
            <pc:docMk/>
            <pc:sldMk cId="1123627255" sldId="266"/>
            <ac:spMk id="23" creationId="{7A554A85-B61F-5140-B335-98D2281153BB}"/>
          </ac:spMkLst>
        </pc:spChg>
        <pc:picChg chg="mod">
          <ac:chgData name="Tommaso Massone" userId="30f7c32bd57ce6fe" providerId="LiveId" clId="{2B3E6DA2-CA0D-439D-9FD9-BDD3A81154B6}" dt="2024-11-15T15:19:10.147" v="1001" actId="1076"/>
          <ac:picMkLst>
            <pc:docMk/>
            <pc:sldMk cId="1123627255" sldId="266"/>
            <ac:picMk id="12" creationId="{A0471687-27D5-7CCB-2D6F-E916EF69BD94}"/>
          </ac:picMkLst>
        </pc:picChg>
        <pc:picChg chg="del">
          <ac:chgData name="Tommaso Massone" userId="30f7c32bd57ce6fe" providerId="LiveId" clId="{2B3E6DA2-CA0D-439D-9FD9-BDD3A81154B6}" dt="2024-11-15T15:19:01.297" v="998" actId="478"/>
          <ac:picMkLst>
            <pc:docMk/>
            <pc:sldMk cId="1123627255" sldId="266"/>
            <ac:picMk id="20" creationId="{71A3D0C2-4BF0-CB42-0B43-C3C5C45E1BD2}"/>
          </ac:picMkLst>
        </pc:picChg>
        <pc:picChg chg="del">
          <ac:chgData name="Tommaso Massone" userId="30f7c32bd57ce6fe" providerId="LiveId" clId="{2B3E6DA2-CA0D-439D-9FD9-BDD3A81154B6}" dt="2024-11-15T15:18:59.775" v="995" actId="478"/>
          <ac:picMkLst>
            <pc:docMk/>
            <pc:sldMk cId="1123627255" sldId="266"/>
            <ac:picMk id="22" creationId="{B1DC8923-96E6-4B94-4222-6BBB838E449E}"/>
          </ac:picMkLst>
        </pc:picChg>
        <pc:cxnChg chg="del">
          <ac:chgData name="Tommaso Massone" userId="30f7c32bd57ce6fe" providerId="LiveId" clId="{2B3E6DA2-CA0D-439D-9FD9-BDD3A81154B6}" dt="2024-11-15T15:19:05.126" v="1000" actId="478"/>
          <ac:cxnSpMkLst>
            <pc:docMk/>
            <pc:sldMk cId="1123627255" sldId="266"/>
            <ac:cxnSpMk id="25" creationId="{4E58485F-8262-02D6-DF76-7CD9E524CFA8}"/>
          </ac:cxnSpMkLst>
        </pc:cxnChg>
      </pc:sldChg>
      <pc:sldChg chg="addSp modSp mod">
        <pc:chgData name="Tommaso Massone" userId="30f7c32bd57ce6fe" providerId="LiveId" clId="{2B3E6DA2-CA0D-439D-9FD9-BDD3A81154B6}" dt="2024-11-18T17:47:13.066" v="1229" actId="1076"/>
        <pc:sldMkLst>
          <pc:docMk/>
          <pc:sldMk cId="233720417" sldId="267"/>
        </pc:sldMkLst>
        <pc:spChg chg="add mod">
          <ac:chgData name="Tommaso Massone" userId="30f7c32bd57ce6fe" providerId="LiveId" clId="{2B3E6DA2-CA0D-439D-9FD9-BDD3A81154B6}" dt="2024-11-15T14:57:41.355" v="804" actId="1076"/>
          <ac:spMkLst>
            <pc:docMk/>
            <pc:sldMk cId="233720417" sldId="267"/>
            <ac:spMk id="2" creationId="{14BC1A04-6906-8B64-9A6B-B56274B8A073}"/>
          </ac:spMkLst>
        </pc:spChg>
        <pc:spChg chg="add mod">
          <ac:chgData name="Tommaso Massone" userId="30f7c32bd57ce6fe" providerId="LiveId" clId="{2B3E6DA2-CA0D-439D-9FD9-BDD3A81154B6}" dt="2024-11-15T14:58:35.669" v="810"/>
          <ac:spMkLst>
            <pc:docMk/>
            <pc:sldMk cId="233720417" sldId="267"/>
            <ac:spMk id="3" creationId="{57B47800-A77E-90CF-8C91-478312AAFB9E}"/>
          </ac:spMkLst>
        </pc:spChg>
        <pc:spChg chg="add mod">
          <ac:chgData name="Tommaso Massone" userId="30f7c32bd57ce6fe" providerId="LiveId" clId="{2B3E6DA2-CA0D-439D-9FD9-BDD3A81154B6}" dt="2024-11-15T14:59:03.880" v="817" actId="1076"/>
          <ac:spMkLst>
            <pc:docMk/>
            <pc:sldMk cId="233720417" sldId="267"/>
            <ac:spMk id="4" creationId="{79579E4F-88AC-7CDA-9289-83C5772FB73C}"/>
          </ac:spMkLst>
        </pc:spChg>
        <pc:spChg chg="mod">
          <ac:chgData name="Tommaso Massone" userId="30f7c32bd57ce6fe" providerId="LiveId" clId="{2B3E6DA2-CA0D-439D-9FD9-BDD3A81154B6}" dt="2024-11-18T17:47:00.796" v="1226" actId="14100"/>
          <ac:spMkLst>
            <pc:docMk/>
            <pc:sldMk cId="233720417" sldId="267"/>
            <ac:spMk id="14" creationId="{7C3CF46D-BE38-3C51-09BF-D5E3B683D3DD}"/>
          </ac:spMkLst>
        </pc:spChg>
        <pc:spChg chg="mod">
          <ac:chgData name="Tommaso Massone" userId="30f7c32bd57ce6fe" providerId="LiveId" clId="{2B3E6DA2-CA0D-439D-9FD9-BDD3A81154B6}" dt="2024-11-18T17:47:13.066" v="1229" actId="1076"/>
          <ac:spMkLst>
            <pc:docMk/>
            <pc:sldMk cId="233720417" sldId="267"/>
            <ac:spMk id="18" creationId="{FD973EC3-F765-C139-62E0-19577EA10E3C}"/>
          </ac:spMkLst>
        </pc:spChg>
        <pc:picChg chg="mod">
          <ac:chgData name="Tommaso Massone" userId="30f7c32bd57ce6fe" providerId="LiveId" clId="{2B3E6DA2-CA0D-439D-9FD9-BDD3A81154B6}" dt="2024-11-15T14:59:24.448" v="819" actId="14100"/>
          <ac:picMkLst>
            <pc:docMk/>
            <pc:sldMk cId="233720417" sldId="267"/>
            <ac:picMk id="5" creationId="{E40F27E5-EE01-98FD-E7AA-DE3AF5CAF084}"/>
          </ac:picMkLst>
        </pc:picChg>
        <pc:picChg chg="mod">
          <ac:chgData name="Tommaso Massone" userId="30f7c32bd57ce6fe" providerId="LiveId" clId="{2B3E6DA2-CA0D-439D-9FD9-BDD3A81154B6}" dt="2024-11-15T14:59:31.963" v="820" actId="14100"/>
          <ac:picMkLst>
            <pc:docMk/>
            <pc:sldMk cId="233720417" sldId="267"/>
            <ac:picMk id="13" creationId="{544759D3-746E-6CE9-AD0B-4BA740026A67}"/>
          </ac:picMkLst>
        </pc:picChg>
      </pc:sldChg>
      <pc:sldChg chg="addSp modSp mod">
        <pc:chgData name="Tommaso Massone" userId="30f7c32bd57ce6fe" providerId="LiveId" clId="{2B3E6DA2-CA0D-439D-9FD9-BDD3A81154B6}" dt="2024-11-18T17:46:38.801" v="1223" actId="14100"/>
        <pc:sldMkLst>
          <pc:docMk/>
          <pc:sldMk cId="3623901470" sldId="270"/>
        </pc:sldMkLst>
        <pc:spChg chg="add mod">
          <ac:chgData name="Tommaso Massone" userId="30f7c32bd57ce6fe" providerId="LiveId" clId="{2B3E6DA2-CA0D-439D-9FD9-BDD3A81154B6}" dt="2024-11-15T14:54:22.739" v="759" actId="1076"/>
          <ac:spMkLst>
            <pc:docMk/>
            <pc:sldMk cId="3623901470" sldId="270"/>
            <ac:spMk id="2" creationId="{A5FAEB5D-88BF-5215-1801-DFC06A26C71F}"/>
          </ac:spMkLst>
        </pc:spChg>
        <pc:spChg chg="mod">
          <ac:chgData name="Tommaso Massone" userId="30f7c32bd57ce6fe" providerId="LiveId" clId="{2B3E6DA2-CA0D-439D-9FD9-BDD3A81154B6}" dt="2024-11-15T14:55:21.602" v="766" actId="1076"/>
          <ac:spMkLst>
            <pc:docMk/>
            <pc:sldMk cId="3623901470" sldId="270"/>
            <ac:spMk id="3" creationId="{6E4C0ECB-7C1B-985C-6FC2-A62961D33711}"/>
          </ac:spMkLst>
        </pc:spChg>
        <pc:spChg chg="mod">
          <ac:chgData name="Tommaso Massone" userId="30f7c32bd57ce6fe" providerId="LiveId" clId="{2B3E6DA2-CA0D-439D-9FD9-BDD3A81154B6}" dt="2024-11-15T14:52:23.181" v="743" actId="2711"/>
          <ac:spMkLst>
            <pc:docMk/>
            <pc:sldMk cId="3623901470" sldId="270"/>
            <ac:spMk id="9" creationId="{D7D85244-8A95-B164-6C71-7B515D41CCB3}"/>
          </ac:spMkLst>
        </pc:spChg>
        <pc:spChg chg="mod">
          <ac:chgData name="Tommaso Massone" userId="30f7c32bd57ce6fe" providerId="LiveId" clId="{2B3E6DA2-CA0D-439D-9FD9-BDD3A81154B6}" dt="2024-11-15T14:52:09.234" v="742" actId="20577"/>
          <ac:spMkLst>
            <pc:docMk/>
            <pc:sldMk cId="3623901470" sldId="270"/>
            <ac:spMk id="10" creationId="{E8CDBDB6-E786-E470-123C-A1200FA930EB}"/>
          </ac:spMkLst>
        </pc:spChg>
        <pc:spChg chg="mod">
          <ac:chgData name="Tommaso Massone" userId="30f7c32bd57ce6fe" providerId="LiveId" clId="{2B3E6DA2-CA0D-439D-9FD9-BDD3A81154B6}" dt="2024-11-18T17:46:38.801" v="1223" actId="14100"/>
          <ac:spMkLst>
            <pc:docMk/>
            <pc:sldMk cId="3623901470" sldId="270"/>
            <ac:spMk id="15" creationId="{9DB6573F-08BF-4891-A66B-240F74D60E2A}"/>
          </ac:spMkLst>
        </pc:spChg>
        <pc:picChg chg="mod">
          <ac:chgData name="Tommaso Massone" userId="30f7c32bd57ce6fe" providerId="LiveId" clId="{2B3E6DA2-CA0D-439D-9FD9-BDD3A81154B6}" dt="2024-11-15T14:53:26.603" v="754" actId="1076"/>
          <ac:picMkLst>
            <pc:docMk/>
            <pc:sldMk cId="3623901470" sldId="270"/>
            <ac:picMk id="11" creationId="{813A633F-5097-ACB9-4F9B-2361CEAFD794}"/>
          </ac:picMkLst>
        </pc:picChg>
        <pc:picChg chg="mod">
          <ac:chgData name="Tommaso Massone" userId="30f7c32bd57ce6fe" providerId="LiveId" clId="{2B3E6DA2-CA0D-439D-9FD9-BDD3A81154B6}" dt="2024-11-15T14:53:17.826" v="751" actId="1076"/>
          <ac:picMkLst>
            <pc:docMk/>
            <pc:sldMk cId="3623901470" sldId="270"/>
            <ac:picMk id="12" creationId="{7C412230-CDCB-F25D-465F-0B8FD4D1BC5E}"/>
          </ac:picMkLst>
        </pc:picChg>
        <pc:picChg chg="mod modCrop">
          <ac:chgData name="Tommaso Massone" userId="30f7c32bd57ce6fe" providerId="LiveId" clId="{2B3E6DA2-CA0D-439D-9FD9-BDD3A81154B6}" dt="2024-11-15T14:56:13.227" v="774" actId="1076"/>
          <ac:picMkLst>
            <pc:docMk/>
            <pc:sldMk cId="3623901470" sldId="270"/>
            <ac:picMk id="13" creationId="{4E696ACA-403A-4673-CD11-092CDA208FF6}"/>
          </ac:picMkLst>
        </pc:picChg>
      </pc:sldChg>
      <pc:sldChg chg="addSp modSp mod">
        <pc:chgData name="Tommaso Massone" userId="30f7c32bd57ce6fe" providerId="LiveId" clId="{2B3E6DA2-CA0D-439D-9FD9-BDD3A81154B6}" dt="2024-11-18T17:47:42.477" v="1238" actId="14100"/>
        <pc:sldMkLst>
          <pc:docMk/>
          <pc:sldMk cId="258842030" sldId="272"/>
        </pc:sldMkLst>
        <pc:spChg chg="add mod">
          <ac:chgData name="Tommaso Massone" userId="30f7c32bd57ce6fe" providerId="LiveId" clId="{2B3E6DA2-CA0D-439D-9FD9-BDD3A81154B6}" dt="2024-11-15T15:03:07.159" v="856" actId="1076"/>
          <ac:spMkLst>
            <pc:docMk/>
            <pc:sldMk cId="258842030" sldId="272"/>
            <ac:spMk id="2" creationId="{4C2925FA-5BA2-2778-C6A7-5F0B13A4B2ED}"/>
          </ac:spMkLst>
        </pc:spChg>
        <pc:spChg chg="add mod">
          <ac:chgData name="Tommaso Massone" userId="30f7c32bd57ce6fe" providerId="LiveId" clId="{2B3E6DA2-CA0D-439D-9FD9-BDD3A81154B6}" dt="2024-11-15T15:04:13.847" v="869" actId="1076"/>
          <ac:spMkLst>
            <pc:docMk/>
            <pc:sldMk cId="258842030" sldId="272"/>
            <ac:spMk id="3" creationId="{B042F437-427F-B32D-360B-A8E775895210}"/>
          </ac:spMkLst>
        </pc:spChg>
        <pc:spChg chg="mod">
          <ac:chgData name="Tommaso Massone" userId="30f7c32bd57ce6fe" providerId="LiveId" clId="{2B3E6DA2-CA0D-439D-9FD9-BDD3A81154B6}" dt="2024-11-18T17:47:33.906" v="1235" actId="14100"/>
          <ac:spMkLst>
            <pc:docMk/>
            <pc:sldMk cId="258842030" sldId="272"/>
            <ac:spMk id="14" creationId="{7C3CF46D-BE38-3C51-09BF-D5E3B683D3DD}"/>
          </ac:spMkLst>
        </pc:spChg>
        <pc:spChg chg="mod">
          <ac:chgData name="Tommaso Massone" userId="30f7c32bd57ce6fe" providerId="LiveId" clId="{2B3E6DA2-CA0D-439D-9FD9-BDD3A81154B6}" dt="2024-11-18T17:47:42.477" v="1238" actId="14100"/>
          <ac:spMkLst>
            <pc:docMk/>
            <pc:sldMk cId="258842030" sldId="272"/>
            <ac:spMk id="18" creationId="{FD973EC3-F765-C139-62E0-19577EA10E3C}"/>
          </ac:spMkLst>
        </pc:spChg>
      </pc:sldChg>
      <pc:sldChg chg="addSp modSp mod">
        <pc:chgData name="Tommaso Massone" userId="30f7c32bd57ce6fe" providerId="LiveId" clId="{2B3E6DA2-CA0D-439D-9FD9-BDD3A81154B6}" dt="2024-11-18T17:47:23.298" v="1232" actId="14100"/>
        <pc:sldMkLst>
          <pc:docMk/>
          <pc:sldMk cId="144055771" sldId="273"/>
        </pc:sldMkLst>
        <pc:spChg chg="mod">
          <ac:chgData name="Tommaso Massone" userId="30f7c32bd57ce6fe" providerId="LiveId" clId="{2B3E6DA2-CA0D-439D-9FD9-BDD3A81154B6}" dt="2024-11-15T15:00:22.013" v="822" actId="255"/>
          <ac:spMkLst>
            <pc:docMk/>
            <pc:sldMk cId="144055771" sldId="273"/>
            <ac:spMk id="2" creationId="{C77681D4-AA47-6B84-C612-6F2D92BDD5C8}"/>
          </ac:spMkLst>
        </pc:spChg>
        <pc:spChg chg="add mod">
          <ac:chgData name="Tommaso Massone" userId="30f7c32bd57ce6fe" providerId="LiveId" clId="{2B3E6DA2-CA0D-439D-9FD9-BDD3A81154B6}" dt="2024-11-15T15:01:32.760" v="841" actId="1076"/>
          <ac:spMkLst>
            <pc:docMk/>
            <pc:sldMk cId="144055771" sldId="273"/>
            <ac:spMk id="3" creationId="{384C81B1-9853-1F9D-4295-7C4B38F46C2B}"/>
          </ac:spMkLst>
        </pc:spChg>
        <pc:spChg chg="mod">
          <ac:chgData name="Tommaso Massone" userId="30f7c32bd57ce6fe" providerId="LiveId" clId="{2B3E6DA2-CA0D-439D-9FD9-BDD3A81154B6}" dt="2024-11-18T17:47:23.298" v="1232" actId="14100"/>
          <ac:spMkLst>
            <pc:docMk/>
            <pc:sldMk cId="144055771" sldId="273"/>
            <ac:spMk id="8" creationId="{2E4F018A-4357-38E1-D792-DD16C189A1BB}"/>
          </ac:spMkLst>
        </pc:spChg>
      </pc:sldChg>
      <pc:sldChg chg="addSp delSp modSp mod">
        <pc:chgData name="Tommaso Massone" userId="30f7c32bd57ce6fe" providerId="LiveId" clId="{2B3E6DA2-CA0D-439D-9FD9-BDD3A81154B6}" dt="2024-11-18T17:43:06.392" v="1067" actId="20577"/>
        <pc:sldMkLst>
          <pc:docMk/>
          <pc:sldMk cId="1633015435" sldId="274"/>
        </pc:sldMkLst>
        <pc:spChg chg="mod">
          <ac:chgData name="Tommaso Massone" userId="30f7c32bd57ce6fe" providerId="LiveId" clId="{2B3E6DA2-CA0D-439D-9FD9-BDD3A81154B6}" dt="2024-11-18T17:43:06.392" v="1067" actId="20577"/>
          <ac:spMkLst>
            <pc:docMk/>
            <pc:sldMk cId="1633015435" sldId="274"/>
            <ac:spMk id="4" creationId="{3F325FDC-BC66-73D2-1996-1BC09CE03E8E}"/>
          </ac:spMkLst>
        </pc:spChg>
        <pc:spChg chg="del mod">
          <ac:chgData name="Tommaso Massone" userId="30f7c32bd57ce6fe" providerId="LiveId" clId="{2B3E6DA2-CA0D-439D-9FD9-BDD3A81154B6}" dt="2024-11-15T14:28:56.449" v="637" actId="478"/>
          <ac:spMkLst>
            <pc:docMk/>
            <pc:sldMk cId="1633015435" sldId="274"/>
            <ac:spMk id="8" creationId="{66381B9A-ED55-7CF1-C8C2-86CFE3E5284F}"/>
          </ac:spMkLst>
        </pc:spChg>
        <pc:picChg chg="mod">
          <ac:chgData name="Tommaso Massone" userId="30f7c32bd57ce6fe" providerId="LiveId" clId="{2B3E6DA2-CA0D-439D-9FD9-BDD3A81154B6}" dt="2024-11-15T14:29:17.655" v="640" actId="1076"/>
          <ac:picMkLst>
            <pc:docMk/>
            <pc:sldMk cId="1633015435" sldId="274"/>
            <ac:picMk id="3" creationId="{C8B69974-7838-E29A-B9C1-967C1132FD9B}"/>
          </ac:picMkLst>
        </pc:picChg>
        <pc:cxnChg chg="add del">
          <ac:chgData name="Tommaso Massone" userId="30f7c32bd57ce6fe" providerId="LiveId" clId="{2B3E6DA2-CA0D-439D-9FD9-BDD3A81154B6}" dt="2024-11-15T14:29:11.458" v="639" actId="478"/>
          <ac:cxnSpMkLst>
            <pc:docMk/>
            <pc:sldMk cId="1633015435" sldId="274"/>
            <ac:cxnSpMk id="5" creationId="{329A903A-F8A7-659F-C23E-567FBA179CD6}"/>
          </ac:cxnSpMkLst>
        </pc:cxnChg>
        <pc:cxnChg chg="mod">
          <ac:chgData name="Tommaso Massone" userId="30f7c32bd57ce6fe" providerId="LiveId" clId="{2B3E6DA2-CA0D-439D-9FD9-BDD3A81154B6}" dt="2024-11-15T14:30:28.654" v="646" actId="14100"/>
          <ac:cxnSpMkLst>
            <pc:docMk/>
            <pc:sldMk cId="1633015435" sldId="274"/>
            <ac:cxnSpMk id="6" creationId="{659396AE-404D-9317-DA05-5043FD5056BD}"/>
          </ac:cxnSpMkLst>
        </pc:cxnChg>
        <pc:cxnChg chg="add del">
          <ac:chgData name="Tommaso Massone" userId="30f7c32bd57ce6fe" providerId="LiveId" clId="{2B3E6DA2-CA0D-439D-9FD9-BDD3A81154B6}" dt="2024-11-15T14:29:25.111" v="642" actId="478"/>
          <ac:cxnSpMkLst>
            <pc:docMk/>
            <pc:sldMk cId="1633015435" sldId="274"/>
            <ac:cxnSpMk id="10" creationId="{C49FE3EC-BA5D-F02D-FF9D-EBCF6B43DDEB}"/>
          </ac:cxnSpMkLst>
        </pc:cxnChg>
        <pc:cxnChg chg="add mod">
          <ac:chgData name="Tommaso Massone" userId="30f7c32bd57ce6fe" providerId="LiveId" clId="{2B3E6DA2-CA0D-439D-9FD9-BDD3A81154B6}" dt="2024-11-15T14:30:19.275" v="645" actId="17032"/>
          <ac:cxnSpMkLst>
            <pc:docMk/>
            <pc:sldMk cId="1633015435" sldId="274"/>
            <ac:cxnSpMk id="13" creationId="{DD1ABA29-923A-526E-07F3-5119453392D3}"/>
          </ac:cxnSpMkLst>
        </pc:cxnChg>
      </pc:sldChg>
      <pc:sldChg chg="addSp delSp modSp mod">
        <pc:chgData name="Tommaso Massone" userId="30f7c32bd57ce6fe" providerId="LiveId" clId="{2B3E6DA2-CA0D-439D-9FD9-BDD3A81154B6}" dt="2024-11-15T15:11:52.644" v="993" actId="20577"/>
        <pc:sldMkLst>
          <pc:docMk/>
          <pc:sldMk cId="2339872733" sldId="275"/>
        </pc:sldMkLst>
        <pc:spChg chg="mod">
          <ac:chgData name="Tommaso Massone" userId="30f7c32bd57ce6fe" providerId="LiveId" clId="{2B3E6DA2-CA0D-439D-9FD9-BDD3A81154B6}" dt="2024-11-15T15:06:34.468" v="880" actId="1076"/>
          <ac:spMkLst>
            <pc:docMk/>
            <pc:sldMk cId="2339872733" sldId="275"/>
            <ac:spMk id="3" creationId="{FE36B717-29F5-EC5B-6080-7F0C95909390}"/>
          </ac:spMkLst>
        </pc:spChg>
        <pc:spChg chg="add del mod">
          <ac:chgData name="Tommaso Massone" userId="30f7c32bd57ce6fe" providerId="LiveId" clId="{2B3E6DA2-CA0D-439D-9FD9-BDD3A81154B6}" dt="2024-11-15T15:05:59.308" v="876" actId="26606"/>
          <ac:spMkLst>
            <pc:docMk/>
            <pc:sldMk cId="2339872733" sldId="275"/>
            <ac:spMk id="5" creationId="{F537CEEA-B1C8-BB26-AFE6-1A913A1CE9BC}"/>
          </ac:spMkLst>
        </pc:spChg>
        <pc:spChg chg="add del">
          <ac:chgData name="Tommaso Massone" userId="30f7c32bd57ce6fe" providerId="LiveId" clId="{2B3E6DA2-CA0D-439D-9FD9-BDD3A81154B6}" dt="2024-11-15T15:05:59.308" v="876" actId="26606"/>
          <ac:spMkLst>
            <pc:docMk/>
            <pc:sldMk cId="2339872733" sldId="275"/>
            <ac:spMk id="21" creationId="{D55CD764-972B-4CA5-A885-53E55C63E174}"/>
          </ac:spMkLst>
        </pc:spChg>
        <pc:spChg chg="add del">
          <ac:chgData name="Tommaso Massone" userId="30f7c32bd57ce6fe" providerId="LiveId" clId="{2B3E6DA2-CA0D-439D-9FD9-BDD3A81154B6}" dt="2024-11-15T15:05:59.308" v="876" actId="26606"/>
          <ac:spMkLst>
            <pc:docMk/>
            <pc:sldMk cId="2339872733" sldId="275"/>
            <ac:spMk id="24" creationId="{34165AB3-7006-4430-BCE3-25476BE13322}"/>
          </ac:spMkLst>
        </pc:spChg>
        <pc:spChg chg="add del">
          <ac:chgData name="Tommaso Massone" userId="30f7c32bd57ce6fe" providerId="LiveId" clId="{2B3E6DA2-CA0D-439D-9FD9-BDD3A81154B6}" dt="2024-11-15T15:05:59.308" v="876" actId="26606"/>
          <ac:spMkLst>
            <pc:docMk/>
            <pc:sldMk cId="2339872733" sldId="275"/>
            <ac:spMk id="48" creationId="{E3E51905-F374-4E1A-97CF-B741584B74D5}"/>
          </ac:spMkLst>
        </pc:spChg>
        <pc:spChg chg="add del">
          <ac:chgData name="Tommaso Massone" userId="30f7c32bd57ce6fe" providerId="LiveId" clId="{2B3E6DA2-CA0D-439D-9FD9-BDD3A81154B6}" dt="2024-11-15T15:05:52.761" v="871" actId="26606"/>
          <ac:spMkLst>
            <pc:docMk/>
            <pc:sldMk cId="2339872733" sldId="275"/>
            <ac:spMk id="53" creationId="{907EF6B7-1338-4443-8C46-6A318D952DFD}"/>
          </ac:spMkLst>
        </pc:spChg>
        <pc:spChg chg="add del">
          <ac:chgData name="Tommaso Massone" userId="30f7c32bd57ce6fe" providerId="LiveId" clId="{2B3E6DA2-CA0D-439D-9FD9-BDD3A81154B6}" dt="2024-11-15T15:05:54.644" v="873" actId="26606"/>
          <ac:spMkLst>
            <pc:docMk/>
            <pc:sldMk cId="2339872733" sldId="275"/>
            <ac:spMk id="54" creationId="{2E442304-DDBD-4F7B-8017-36BCC863FB40}"/>
          </ac:spMkLst>
        </pc:spChg>
        <pc:spChg chg="add del">
          <ac:chgData name="Tommaso Massone" userId="30f7c32bd57ce6fe" providerId="LiveId" clId="{2B3E6DA2-CA0D-439D-9FD9-BDD3A81154B6}" dt="2024-11-15T15:05:52.761" v="871" actId="26606"/>
          <ac:spMkLst>
            <pc:docMk/>
            <pc:sldMk cId="2339872733" sldId="275"/>
            <ac:spMk id="55" creationId="{DAAE4CDD-124C-4DCF-9584-B6033B545DD5}"/>
          </ac:spMkLst>
        </pc:spChg>
        <pc:spChg chg="add del">
          <ac:chgData name="Tommaso Massone" userId="30f7c32bd57ce6fe" providerId="LiveId" clId="{2B3E6DA2-CA0D-439D-9FD9-BDD3A81154B6}" dt="2024-11-15T15:05:54.644" v="873" actId="26606"/>
          <ac:spMkLst>
            <pc:docMk/>
            <pc:sldMk cId="2339872733" sldId="275"/>
            <ac:spMk id="56" creationId="{5E107275-3853-46FD-A241-DE4355A42675}"/>
          </ac:spMkLst>
        </pc:spChg>
        <pc:spChg chg="add del">
          <ac:chgData name="Tommaso Massone" userId="30f7c32bd57ce6fe" providerId="LiveId" clId="{2B3E6DA2-CA0D-439D-9FD9-BDD3A81154B6}" dt="2024-11-15T15:05:52.761" v="871" actId="26606"/>
          <ac:spMkLst>
            <pc:docMk/>
            <pc:sldMk cId="2339872733" sldId="275"/>
            <ac:spMk id="57" creationId="{081E4A58-353D-44AE-B2FC-2A74E2E400F7}"/>
          </ac:spMkLst>
        </pc:spChg>
        <pc:spChg chg="add del">
          <ac:chgData name="Tommaso Massone" userId="30f7c32bd57ce6fe" providerId="LiveId" clId="{2B3E6DA2-CA0D-439D-9FD9-BDD3A81154B6}" dt="2024-11-15T15:05:59.292" v="875" actId="26606"/>
          <ac:spMkLst>
            <pc:docMk/>
            <pc:sldMk cId="2339872733" sldId="275"/>
            <ac:spMk id="58" creationId="{2659FDB4-FCBE-4A89-B46D-43D4FA54464D}"/>
          </ac:spMkLst>
        </pc:spChg>
        <pc:spChg chg="add">
          <ac:chgData name="Tommaso Massone" userId="30f7c32bd57ce6fe" providerId="LiveId" clId="{2B3E6DA2-CA0D-439D-9FD9-BDD3A81154B6}" dt="2024-11-15T15:05:59.308" v="876" actId="26606"/>
          <ac:spMkLst>
            <pc:docMk/>
            <pc:sldMk cId="2339872733" sldId="275"/>
            <ac:spMk id="62" creationId="{907EF6B7-1338-4443-8C46-6A318D952DFD}"/>
          </ac:spMkLst>
        </pc:spChg>
        <pc:spChg chg="add">
          <ac:chgData name="Tommaso Massone" userId="30f7c32bd57ce6fe" providerId="LiveId" clId="{2B3E6DA2-CA0D-439D-9FD9-BDD3A81154B6}" dt="2024-11-15T15:05:59.308" v="876" actId="26606"/>
          <ac:spMkLst>
            <pc:docMk/>
            <pc:sldMk cId="2339872733" sldId="275"/>
            <ac:spMk id="63" creationId="{DAAE4CDD-124C-4DCF-9584-B6033B545DD5}"/>
          </ac:spMkLst>
        </pc:spChg>
        <pc:spChg chg="add">
          <ac:chgData name="Tommaso Massone" userId="30f7c32bd57ce6fe" providerId="LiveId" clId="{2B3E6DA2-CA0D-439D-9FD9-BDD3A81154B6}" dt="2024-11-15T15:05:59.308" v="876" actId="26606"/>
          <ac:spMkLst>
            <pc:docMk/>
            <pc:sldMk cId="2339872733" sldId="275"/>
            <ac:spMk id="64" creationId="{081E4A58-353D-44AE-B2FC-2A74E2E400F7}"/>
          </ac:spMkLst>
        </pc:spChg>
        <pc:spChg chg="add mod">
          <ac:chgData name="Tommaso Massone" userId="30f7c32bd57ce6fe" providerId="LiveId" clId="{2B3E6DA2-CA0D-439D-9FD9-BDD3A81154B6}" dt="2024-11-15T15:11:52.644" v="993" actId="20577"/>
          <ac:spMkLst>
            <pc:docMk/>
            <pc:sldMk cId="2339872733" sldId="275"/>
            <ac:spMk id="65" creationId="{F537CEEA-B1C8-BB26-AFE6-1A913A1CE9BC}"/>
          </ac:spMkLst>
        </pc:spChg>
        <pc:grpChg chg="add del">
          <ac:chgData name="Tommaso Massone" userId="30f7c32bd57ce6fe" providerId="LiveId" clId="{2B3E6DA2-CA0D-439D-9FD9-BDD3A81154B6}" dt="2024-11-15T15:05:59.308" v="876" actId="26606"/>
          <ac:grpSpMkLst>
            <pc:docMk/>
            <pc:sldMk cId="2339872733" sldId="275"/>
            <ac:grpSpMk id="26" creationId="{C57F67D8-2BFF-4661-AFAF-E2CE8B7DCE81}"/>
          </ac:grpSpMkLst>
        </pc:grpChg>
        <pc:graphicFrameChg chg="add del">
          <ac:chgData name="Tommaso Massone" userId="30f7c32bd57ce6fe" providerId="LiveId" clId="{2B3E6DA2-CA0D-439D-9FD9-BDD3A81154B6}" dt="2024-11-15T15:05:54.644" v="873" actId="26606"/>
          <ac:graphicFrameMkLst>
            <pc:docMk/>
            <pc:sldMk cId="2339872733" sldId="275"/>
            <ac:graphicFrameMk id="50" creationId="{C5C36953-1D9A-3797-821A-ACE599EA9FFF}"/>
          </ac:graphicFrameMkLst>
        </pc:graphicFrameChg>
        <pc:graphicFrameChg chg="add del">
          <ac:chgData name="Tommaso Massone" userId="30f7c32bd57ce6fe" providerId="LiveId" clId="{2B3E6DA2-CA0D-439D-9FD9-BDD3A81154B6}" dt="2024-11-15T15:05:59.292" v="875" actId="26606"/>
          <ac:graphicFrameMkLst>
            <pc:docMk/>
            <pc:sldMk cId="2339872733" sldId="275"/>
            <ac:graphicFrameMk id="60" creationId="{F040C267-E7C5-A0D7-95B2-45D71FEAC863}"/>
          </ac:graphicFrameMkLst>
        </pc:graphicFrameChg>
        <pc:cxnChg chg="add del">
          <ac:chgData name="Tommaso Massone" userId="30f7c32bd57ce6fe" providerId="LiveId" clId="{2B3E6DA2-CA0D-439D-9FD9-BDD3A81154B6}" dt="2024-11-15T15:05:59.292" v="875" actId="26606"/>
          <ac:cxnSpMkLst>
            <pc:docMk/>
            <pc:sldMk cId="2339872733" sldId="275"/>
            <ac:cxnSpMk id="59" creationId="{C8F51B3F-8331-4E4A-AE96-D47B1006EEAD}"/>
          </ac:cxnSpMkLst>
        </pc:cxn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17T09:32:01.830"/>
    </inkml:context>
    <inkml:brush xml:id="br0">
      <inkml:brushProperty name="width" value="0.08571" units="cm"/>
      <inkml:brushProperty name="height" value="0.08571" units="cm"/>
    </inkml:brush>
  </inkml:definitions>
  <inkml:trace contextRef="#ctx0" brushRef="#br0">0 0 5978,'0'0'0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1A92CA-9477-48E3-811D-E2AD7750F402}" type="datetimeFigureOut">
              <a:rPr lang="en-GB" smtClean="0"/>
              <a:t>18/11/2024</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683246-778F-4E83-8665-44A9E88C1373}" type="slidenum">
              <a:rPr lang="en-GB" smtClean="0"/>
              <a:t>‹N›</a:t>
            </a:fld>
            <a:endParaRPr lang="en-GB"/>
          </a:p>
        </p:txBody>
      </p:sp>
    </p:spTree>
    <p:extLst>
      <p:ext uri="{BB962C8B-B14F-4D97-AF65-F5344CB8AC3E}">
        <p14:creationId xmlns:p14="http://schemas.microsoft.com/office/powerpoint/2010/main" val="689960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en-GB" dirty="0"/>
          </a:p>
        </p:txBody>
      </p:sp>
      <p:sp>
        <p:nvSpPr>
          <p:cNvPr id="4" name="Segnaposto numero diapositiva 3"/>
          <p:cNvSpPr>
            <a:spLocks noGrp="1"/>
          </p:cNvSpPr>
          <p:nvPr>
            <p:ph type="sldNum" sz="quarter" idx="5"/>
          </p:nvPr>
        </p:nvSpPr>
        <p:spPr/>
        <p:txBody>
          <a:bodyPr/>
          <a:lstStyle/>
          <a:p>
            <a:fld id="{1D683246-778F-4E83-8665-44A9E88C1373}" type="slidenum">
              <a:rPr lang="en-GB" smtClean="0"/>
              <a:t>4</a:t>
            </a:fld>
            <a:endParaRPr lang="en-GB"/>
          </a:p>
        </p:txBody>
      </p:sp>
    </p:spTree>
    <p:extLst>
      <p:ext uri="{BB962C8B-B14F-4D97-AF65-F5344CB8AC3E}">
        <p14:creationId xmlns:p14="http://schemas.microsoft.com/office/powerpoint/2010/main" val="3039061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8D5E3A3-76FA-AD76-3A1C-F6D763923097}"/>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46EBA973-E0DB-F1DC-76E0-E40DC85358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4E83DC5B-74B3-C52A-4371-1973E648DA03}"/>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5" name="Segnaposto piè di pagina 4">
            <a:extLst>
              <a:ext uri="{FF2B5EF4-FFF2-40B4-BE49-F238E27FC236}">
                <a16:creationId xmlns:a16="http://schemas.microsoft.com/office/drawing/2014/main" id="{4269853B-B49E-3D32-33D8-ADB3A31D1282}"/>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00E6ABF-7A6C-ABC0-D45E-C67B6827E108}"/>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2892939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F49A16-A85E-7E10-5869-61E7FE23CA76}"/>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039DE24-E9D4-5A5F-CCC7-3E0FDEFC992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3E6EB17-9D34-F2CE-3D9D-544081C2D923}"/>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5" name="Segnaposto piè di pagina 4">
            <a:extLst>
              <a:ext uri="{FF2B5EF4-FFF2-40B4-BE49-F238E27FC236}">
                <a16:creationId xmlns:a16="http://schemas.microsoft.com/office/drawing/2014/main" id="{453E458C-CF49-CB59-90F8-EE67E756312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B06CEA9-B263-9F12-CFEA-406B8FFB9FD5}"/>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2778881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2DF75A-ECFB-C546-8BC1-52AF2ADDC14E}"/>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1D2617A2-B94B-4D5E-79FD-EEB866D4CEB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C87654A8-B767-4421-8D3B-E6BEC6E4127D}"/>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5" name="Segnaposto piè di pagina 4">
            <a:extLst>
              <a:ext uri="{FF2B5EF4-FFF2-40B4-BE49-F238E27FC236}">
                <a16:creationId xmlns:a16="http://schemas.microsoft.com/office/drawing/2014/main" id="{140BF5BF-C515-0B70-C9D3-3240B3C414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27B064DF-EDA2-2DC6-CF0E-F70ADBC024E2}"/>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2156779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01FB12D-0D89-DD6B-B5BF-2538298C4C75}"/>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0BBA3FDF-8BB0-4BA8-7471-A74174DCEB71}"/>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CA498DC-9406-0D3B-12E9-53B5629B35FA}"/>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1D042D02-66E4-7153-C44B-52E728078BD3}"/>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6" name="Segnaposto piè di pagina 5">
            <a:extLst>
              <a:ext uri="{FF2B5EF4-FFF2-40B4-BE49-F238E27FC236}">
                <a16:creationId xmlns:a16="http://schemas.microsoft.com/office/drawing/2014/main" id="{F0ACA5FD-1683-571F-6A3B-88D977807A9D}"/>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D4CA0DD-5F22-E00C-9836-CF4906135403}"/>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6609865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3983E64-E9D4-A40C-E536-7F75EDEBF8F8}"/>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A05E94C-D3E2-6B47-CC6F-368EB5A959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172173C8-8299-3AD4-2E26-55D220E3D43B}"/>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33A617E1-5DA6-1E5E-25ED-A597C32FF3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AEF4B329-B735-2CDA-DC7E-63BD59E9F31F}"/>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35AA468D-6B84-857B-CABA-4A986D35212E}"/>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8" name="Segnaposto piè di pagina 7">
            <a:extLst>
              <a:ext uri="{FF2B5EF4-FFF2-40B4-BE49-F238E27FC236}">
                <a16:creationId xmlns:a16="http://schemas.microsoft.com/office/drawing/2014/main" id="{1AE23083-5116-C455-C02C-8FB90C913231}"/>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D766A51C-E3F6-2D14-2725-1C896D90BCE0}"/>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3340825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DF96430-9434-A6EE-4BD0-7158C6C0562C}"/>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1A83CAA1-6566-1DAB-15D3-532CC7DEF440}"/>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4" name="Segnaposto piè di pagina 3">
            <a:extLst>
              <a:ext uri="{FF2B5EF4-FFF2-40B4-BE49-F238E27FC236}">
                <a16:creationId xmlns:a16="http://schemas.microsoft.com/office/drawing/2014/main" id="{A5F4B7DE-4882-68F7-F00D-8913A58B2D1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A1EAA2F4-F4F2-0D8F-41B0-656F909F81F9}"/>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3974016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EFEFF8A7-B89A-0905-7B54-24A35DC94D5E}"/>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3" name="Segnaposto piè di pagina 2">
            <a:extLst>
              <a:ext uri="{FF2B5EF4-FFF2-40B4-BE49-F238E27FC236}">
                <a16:creationId xmlns:a16="http://schemas.microsoft.com/office/drawing/2014/main" id="{130A1682-0FD1-5600-F182-4741AE284287}"/>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9930214E-7E93-903F-DB48-5B94BF2CFBB7}"/>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495792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8256FB-490A-ADEE-6028-1B081DAD03CE}"/>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8F3ECED6-E68E-376B-DF7A-F458F09FFD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DCFF0127-6608-C6B4-01D0-D475371D5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F086E200-0243-F074-9141-5579A48EC9EB}"/>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6" name="Segnaposto piè di pagina 5">
            <a:extLst>
              <a:ext uri="{FF2B5EF4-FFF2-40B4-BE49-F238E27FC236}">
                <a16:creationId xmlns:a16="http://schemas.microsoft.com/office/drawing/2014/main" id="{350932CF-50BD-1156-001E-D1B9A95BFA04}"/>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3525E00-54C9-008E-C7EA-F46001BA0D5D}"/>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2290626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1378605-B923-3FD7-12F9-E46F2E5EC8E6}"/>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C7C4A40C-1BD5-91B1-51FF-8938DDC6CE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8DA9827D-75B6-2F4B-1941-A344D97953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B53B0D8-29E1-7C8D-0A0B-E80E128EC900}"/>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6" name="Segnaposto piè di pagina 5">
            <a:extLst>
              <a:ext uri="{FF2B5EF4-FFF2-40B4-BE49-F238E27FC236}">
                <a16:creationId xmlns:a16="http://schemas.microsoft.com/office/drawing/2014/main" id="{34377D7A-B66E-E726-455A-45199C8CD2F3}"/>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C42003F3-3A77-BA71-856C-43596CB3BC16}"/>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2980637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7F04697-1000-2A68-85C0-099ED3E34D67}"/>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69AB8A55-11B5-1E63-D556-6BCC14986C39}"/>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46EC5ED6-9E2E-C6E0-1EFB-F474A9AD0CB2}"/>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5" name="Segnaposto piè di pagina 4">
            <a:extLst>
              <a:ext uri="{FF2B5EF4-FFF2-40B4-BE49-F238E27FC236}">
                <a16:creationId xmlns:a16="http://schemas.microsoft.com/office/drawing/2014/main" id="{983F0D87-6CE7-166F-E4B6-FC920BFA530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30345135-1BC1-0FB9-0C46-208A98FD6CB7}"/>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403691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BD0EF92E-688C-7B7C-C187-36BE7231AFE9}"/>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293A0286-E13F-4773-E02D-317A1EC9AD71}"/>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3EC2CF6-FB1C-9B23-6AA2-07DB647B6136}"/>
              </a:ext>
            </a:extLst>
          </p:cNvPr>
          <p:cNvSpPr>
            <a:spLocks noGrp="1"/>
          </p:cNvSpPr>
          <p:nvPr>
            <p:ph type="dt" sz="half" idx="10"/>
          </p:nvPr>
        </p:nvSpPr>
        <p:spPr/>
        <p:txBody>
          <a:bodyPr/>
          <a:lstStyle/>
          <a:p>
            <a:fld id="{75222454-B7EC-4E9A-AD7B-C85AC4C11FB8}" type="datetimeFigureOut">
              <a:rPr lang="it-IT" smtClean="0"/>
              <a:t>18/11/2024</a:t>
            </a:fld>
            <a:endParaRPr lang="it-IT"/>
          </a:p>
        </p:txBody>
      </p:sp>
      <p:sp>
        <p:nvSpPr>
          <p:cNvPr id="5" name="Segnaposto piè di pagina 4">
            <a:extLst>
              <a:ext uri="{FF2B5EF4-FFF2-40B4-BE49-F238E27FC236}">
                <a16:creationId xmlns:a16="http://schemas.microsoft.com/office/drawing/2014/main" id="{5D2956EF-7702-1176-A443-34D6B90419BF}"/>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7ECA2ADF-33EA-569F-84B1-AB721F7CA346}"/>
              </a:ext>
            </a:extLst>
          </p:cNvPr>
          <p:cNvSpPr>
            <a:spLocks noGrp="1"/>
          </p:cNvSpPr>
          <p:nvPr>
            <p:ph type="sldNum" sz="quarter" idx="12"/>
          </p:nvPr>
        </p:nvSpPr>
        <p:spPr/>
        <p:txBody>
          <a:bodyPr/>
          <a:lstStyle/>
          <a:p>
            <a:fld id="{503FD434-4C77-4872-B563-8FE1992C6D6E}" type="slidenum">
              <a:rPr lang="it-IT" smtClean="0"/>
              <a:t>‹N›</a:t>
            </a:fld>
            <a:endParaRPr lang="it-IT"/>
          </a:p>
        </p:txBody>
      </p:sp>
    </p:spTree>
    <p:extLst>
      <p:ext uri="{BB962C8B-B14F-4D97-AF65-F5344CB8AC3E}">
        <p14:creationId xmlns:p14="http://schemas.microsoft.com/office/powerpoint/2010/main" val="1349143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59C3A667-3F85-72EC-0F34-AA125C33CE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30D2BE54-98A8-73C9-B9A6-E4FA9A57A9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64C69D6-DB95-C20C-E691-10416EDD8B1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222454-B7EC-4E9A-AD7B-C85AC4C11FB8}" type="datetimeFigureOut">
              <a:rPr lang="it-IT" smtClean="0"/>
              <a:t>18/11/2024</a:t>
            </a:fld>
            <a:endParaRPr lang="it-IT"/>
          </a:p>
        </p:txBody>
      </p:sp>
      <p:sp>
        <p:nvSpPr>
          <p:cNvPr id="5" name="Segnaposto piè di pagina 4">
            <a:extLst>
              <a:ext uri="{FF2B5EF4-FFF2-40B4-BE49-F238E27FC236}">
                <a16:creationId xmlns:a16="http://schemas.microsoft.com/office/drawing/2014/main" id="{B4374054-FFE7-1E16-833F-FE24A00EEC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B3D7D714-050E-0A88-8383-77836A1862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3FD434-4C77-4872-B563-8FE1992C6D6E}" type="slidenum">
              <a:rPr lang="it-IT" smtClean="0"/>
              <a:t>‹N›</a:t>
            </a:fld>
            <a:endParaRPr lang="it-IT"/>
          </a:p>
        </p:txBody>
      </p:sp>
    </p:spTree>
    <p:extLst>
      <p:ext uri="{BB962C8B-B14F-4D97-AF65-F5344CB8AC3E}">
        <p14:creationId xmlns:p14="http://schemas.microsoft.com/office/powerpoint/2010/main" val="1292654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7.jp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57000">
              <a:schemeClr val="accent1">
                <a:lumMod val="5000"/>
                <a:lumOff val="95000"/>
              </a:schemeClr>
            </a:gs>
            <a:gs pos="100000">
              <a:schemeClr val="accent1">
                <a:lumMod val="45000"/>
                <a:lumOff val="55000"/>
              </a:schemeClr>
            </a:gs>
            <a:gs pos="100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134706B-150F-487B-B4FB-34C10219C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25FD23E7-C75D-4AFA-A4D4-BE55581109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w="327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CasellaDiTesto 3">
            <a:extLst>
              <a:ext uri="{FF2B5EF4-FFF2-40B4-BE49-F238E27FC236}">
                <a16:creationId xmlns:a16="http://schemas.microsoft.com/office/drawing/2014/main" id="{E5C5746B-0F53-4897-2A9A-29FD6FCBE2B5}"/>
              </a:ext>
            </a:extLst>
          </p:cNvPr>
          <p:cNvSpPr txBox="1"/>
          <p:nvPr/>
        </p:nvSpPr>
        <p:spPr>
          <a:xfrm>
            <a:off x="3323949" y="2711381"/>
            <a:ext cx="5541054" cy="962685"/>
          </a:xfrm>
          <a:prstGeom prst="rect">
            <a:avLst/>
          </a:prstGeom>
        </p:spPr>
        <p:txBody>
          <a:bodyPr vert="horz" lIns="91440" tIns="45720" rIns="91440" bIns="45720" rtlCol="0" anchor="b">
            <a:noAutofit/>
          </a:bodyPr>
          <a:lstStyle/>
          <a:p>
            <a:pPr marL="0" marR="0" lvl="0" indent="0" algn="ctr" defTabSz="914400" rtl="0" eaLnBrk="1" fontAlgn="auto" latinLnBrk="0" hangingPunct="1">
              <a:lnSpc>
                <a:spcPct val="90000"/>
              </a:lnSpc>
              <a:spcBef>
                <a:spcPct val="0"/>
              </a:spcBef>
              <a:spcAft>
                <a:spcPts val="600"/>
              </a:spcAft>
              <a:buClrTx/>
              <a:buSzTx/>
              <a:buFontTx/>
              <a:buNone/>
              <a:tabLst/>
              <a:defRPr/>
            </a:pPr>
            <a:r>
              <a:rPr kumimoji="0" lang="en-US" sz="6600" b="0" i="0" u="none" strike="noStrike" kern="1200" cap="none" spc="0" normalizeH="0" baseline="0" noProof="0" dirty="0">
                <a:ln>
                  <a:noFill/>
                </a:ln>
                <a:solidFill>
                  <a:prstClr val="black"/>
                </a:solidFill>
                <a:effectLst/>
                <a:uLnTx/>
                <a:uFillTx/>
                <a:latin typeface="Georgia" panose="02040502050405020303" pitchFamily="18" charset="0"/>
              </a:rPr>
              <a:t>Engine rod</a:t>
            </a:r>
          </a:p>
        </p:txBody>
      </p:sp>
      <p:grpSp>
        <p:nvGrpSpPr>
          <p:cNvPr id="17" name="Gruppo 16">
            <a:extLst>
              <a:ext uri="{FF2B5EF4-FFF2-40B4-BE49-F238E27FC236}">
                <a16:creationId xmlns:a16="http://schemas.microsoft.com/office/drawing/2014/main" id="{1B980CF1-D82F-8DF3-FA9C-CEA44881F5D6}"/>
              </a:ext>
            </a:extLst>
          </p:cNvPr>
          <p:cNvGrpSpPr/>
          <p:nvPr/>
        </p:nvGrpSpPr>
        <p:grpSpPr>
          <a:xfrm>
            <a:off x="165669" y="5576819"/>
            <a:ext cx="8092326" cy="1169552"/>
            <a:chOff x="152022" y="5431341"/>
            <a:chExt cx="8092326" cy="1169552"/>
          </a:xfrm>
        </p:grpSpPr>
        <p:sp>
          <p:nvSpPr>
            <p:cNvPr id="2" name="CasellaDiTesto 1">
              <a:extLst>
                <a:ext uri="{FF2B5EF4-FFF2-40B4-BE49-F238E27FC236}">
                  <a16:creationId xmlns:a16="http://schemas.microsoft.com/office/drawing/2014/main" id="{3F8C6F42-B8AD-FDE6-DFFD-9D72A85B0CEF}"/>
                </a:ext>
              </a:extLst>
            </p:cNvPr>
            <p:cNvSpPr txBox="1"/>
            <p:nvPr/>
          </p:nvSpPr>
          <p:spPr>
            <a:xfrm>
              <a:off x="1106129" y="5431342"/>
              <a:ext cx="7138219" cy="11695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Politecnico di Torino – </a:t>
              </a: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MSc</a:t>
              </a: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 Automotive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Numerical</a:t>
              </a: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 </a:t>
              </a: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Modelling</a:t>
              </a: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 and </a:t>
              </a: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Simulation</a:t>
              </a: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 – Part A – prof. Alessandro </a:t>
              </a: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Scattina</a:t>
              </a:r>
              <a:endParaRPr kumimoji="0" lang="it-IT" sz="1400" b="0" i="0" u="none" strike="noStrike" kern="1200" cap="none" spc="0" normalizeH="0" baseline="0" noProof="0" dirty="0">
                <a:ln>
                  <a:noFill/>
                </a:ln>
                <a:solidFill>
                  <a:prstClr val="black"/>
                </a:solidFill>
                <a:effectLst/>
                <a:uLnTx/>
                <a:uFillTx/>
                <a:latin typeface="Georgia" panose="02040502050405020303"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Accademic</a:t>
              </a: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 </a:t>
              </a:r>
              <a:r>
                <a:rPr kumimoji="0" lang="it-IT" sz="1400" b="0" i="0" u="none" strike="noStrike" kern="1200" cap="none" spc="0" normalizeH="0" baseline="0" noProof="0" dirty="0" err="1">
                  <a:ln>
                    <a:noFill/>
                  </a:ln>
                  <a:solidFill>
                    <a:prstClr val="black"/>
                  </a:solidFill>
                  <a:effectLst/>
                  <a:uLnTx/>
                  <a:uFillTx/>
                  <a:latin typeface="Georgia" panose="02040502050405020303" pitchFamily="18" charset="0"/>
                </a:rPr>
                <a:t>year</a:t>
              </a:r>
              <a:r>
                <a:rPr kumimoji="0" lang="it-IT" sz="1400" b="0" i="0" u="none" strike="noStrike" kern="1200" cap="none" spc="0" normalizeH="0" baseline="0" noProof="0" dirty="0">
                  <a:ln>
                    <a:noFill/>
                  </a:ln>
                  <a:solidFill>
                    <a:prstClr val="black"/>
                  </a:solidFill>
                  <a:effectLst/>
                  <a:uLnTx/>
                  <a:uFillTx/>
                  <a:latin typeface="Georgia" panose="02040502050405020303" pitchFamily="18" charset="0"/>
                </a:rPr>
                <a:t> 2024/2025</a:t>
              </a:r>
            </a:p>
            <a:p>
              <a:pPr marL="0" marR="0" lvl="0" indent="0" algn="l" defTabSz="914400" rtl="0" eaLnBrk="1" fontAlgn="auto" latinLnBrk="0" hangingPunct="1">
                <a:lnSpc>
                  <a:spcPct val="100000"/>
                </a:lnSpc>
                <a:spcBef>
                  <a:spcPts val="0"/>
                </a:spcBef>
                <a:spcAft>
                  <a:spcPts val="0"/>
                </a:spcAft>
                <a:buClrTx/>
                <a:buSzTx/>
                <a:buFontTx/>
                <a:buNone/>
                <a:tabLst/>
                <a:defRPr/>
              </a:pPr>
              <a:r>
                <a:rPr lang="it-IT" sz="1400" dirty="0">
                  <a:solidFill>
                    <a:prstClr val="black"/>
                  </a:solidFill>
                  <a:latin typeface="Georgia" panose="02040502050405020303" pitchFamily="18" charset="0"/>
                </a:rPr>
                <a:t>Tommaso Massone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400" b="0" i="0" u="none" strike="noStrike" kern="1200" cap="none" spc="0" normalizeH="0" baseline="0" noProof="0" dirty="0">
                <a:ln>
                  <a:noFill/>
                </a:ln>
                <a:solidFill>
                  <a:prstClr val="black"/>
                </a:solidFill>
                <a:effectLst/>
                <a:uLnTx/>
                <a:uFillTx/>
                <a:latin typeface="Abadi Extra Light" panose="020B0204020104020204" pitchFamily="34" charset="0"/>
                <a:ea typeface="+mn-ea"/>
                <a:cs typeface="+mn-cs"/>
              </a:endParaRPr>
            </a:p>
          </p:txBody>
        </p:sp>
        <p:pic>
          <p:nvPicPr>
            <p:cNvPr id="16" name="Immagine 15" descr="Immagine che contiene grafica vettoriale&#10;&#10;Descrizione generata automaticamente">
              <a:extLst>
                <a:ext uri="{FF2B5EF4-FFF2-40B4-BE49-F238E27FC236}">
                  <a16:creationId xmlns:a16="http://schemas.microsoft.com/office/drawing/2014/main" id="{57BB9233-0853-C31B-CEC9-9CBD8B112E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22" y="5431341"/>
              <a:ext cx="954107" cy="954107"/>
            </a:xfrm>
            <a:prstGeom prst="rect">
              <a:avLst/>
            </a:prstGeom>
          </p:spPr>
        </p:pic>
      </p:grpSp>
    </p:spTree>
    <p:extLst>
      <p:ext uri="{BB962C8B-B14F-4D97-AF65-F5344CB8AC3E}">
        <p14:creationId xmlns:p14="http://schemas.microsoft.com/office/powerpoint/2010/main" val="215558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2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magine 4">
            <a:extLst>
              <a:ext uri="{FF2B5EF4-FFF2-40B4-BE49-F238E27FC236}">
                <a16:creationId xmlns:a16="http://schemas.microsoft.com/office/drawing/2014/main" id="{25D03A0A-23C9-AFC7-7BB2-2EF88589D902}"/>
              </a:ext>
            </a:extLst>
          </p:cNvPr>
          <p:cNvPicPr>
            <a:picLocks noChangeAspect="1"/>
          </p:cNvPicPr>
          <p:nvPr/>
        </p:nvPicPr>
        <p:blipFill rotWithShape="1">
          <a:blip r:embed="rId2">
            <a:extLst>
              <a:ext uri="{28A0092B-C50C-407E-A947-70E740481C1C}">
                <a14:useLocalDpi xmlns:a14="http://schemas.microsoft.com/office/drawing/2010/main" val="0"/>
              </a:ext>
            </a:extLst>
          </a:blip>
          <a:srcRect l="8934" r="8933" b="-1"/>
          <a:stretch/>
        </p:blipFill>
        <p:spPr>
          <a:xfrm>
            <a:off x="2519309" y="0"/>
            <a:ext cx="9669642" cy="6857990"/>
          </a:xfrm>
          <a:prstGeom prst="rect">
            <a:avLst/>
          </a:prstGeom>
        </p:spPr>
      </p:pic>
      <p:sp>
        <p:nvSpPr>
          <p:cNvPr id="52" name="Rectangle 3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CasellaDiTesto 1">
            <a:extLst>
              <a:ext uri="{FF2B5EF4-FFF2-40B4-BE49-F238E27FC236}">
                <a16:creationId xmlns:a16="http://schemas.microsoft.com/office/drawing/2014/main" id="{C9B61758-A8C4-2FC3-42E5-A84E39AF64E6}"/>
              </a:ext>
            </a:extLst>
          </p:cNvPr>
          <p:cNvSpPr txBox="1"/>
          <p:nvPr/>
        </p:nvSpPr>
        <p:spPr>
          <a:xfrm>
            <a:off x="85163" y="132042"/>
            <a:ext cx="4226859" cy="18999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dirty="0">
                <a:latin typeface="Georgia" panose="02040502050405020303" pitchFamily="18" charset="0"/>
                <a:ea typeface="+mj-ea"/>
                <a:cs typeface="+mj-cs"/>
              </a:rPr>
              <a:t>Creation of model</a:t>
            </a:r>
          </a:p>
        </p:txBody>
      </p:sp>
      <p:sp>
        <p:nvSpPr>
          <p:cNvPr id="3" name="CasellaDiTesto 2">
            <a:extLst>
              <a:ext uri="{FF2B5EF4-FFF2-40B4-BE49-F238E27FC236}">
                <a16:creationId xmlns:a16="http://schemas.microsoft.com/office/drawing/2014/main" id="{894297FA-6278-AD8A-A344-66A26AD53F68}"/>
              </a:ext>
            </a:extLst>
          </p:cNvPr>
          <p:cNvSpPr txBox="1"/>
          <p:nvPr/>
        </p:nvSpPr>
        <p:spPr>
          <a:xfrm>
            <a:off x="82114" y="2031954"/>
            <a:ext cx="3746472" cy="3742762"/>
          </a:xfrm>
          <a:prstGeom prst="rect">
            <a:avLst/>
          </a:prstGeom>
        </p:spPr>
        <p:txBody>
          <a:bodyPr vert="horz" lIns="91440" tIns="45720" rIns="91440" bIns="45720" rtlCol="0">
            <a:noAutofit/>
          </a:bodyPr>
          <a:lstStyle/>
          <a:p>
            <a:pPr marL="285750" indent="-228600">
              <a:lnSpc>
                <a:spcPct val="90000"/>
              </a:lnSpc>
              <a:spcAft>
                <a:spcPts val="600"/>
              </a:spcAft>
              <a:buFont typeface="Arial" panose="020B0604020202020204" pitchFamily="34" charset="0"/>
              <a:buChar char="•"/>
            </a:pPr>
            <a:r>
              <a:rPr lang="en-US" sz="1700" dirty="0">
                <a:latin typeface="Georgia" panose="02040502050405020303" pitchFamily="18" charset="0"/>
              </a:rPr>
              <a:t>Discretization and creation of the mesh using tetrahedral elements</a:t>
            </a:r>
          </a:p>
          <a:p>
            <a:pPr marL="285750" indent="-228600">
              <a:lnSpc>
                <a:spcPct val="90000"/>
              </a:lnSpc>
              <a:spcAft>
                <a:spcPts val="600"/>
              </a:spcAft>
              <a:buFont typeface="Arial" panose="020B0604020202020204" pitchFamily="34" charset="0"/>
              <a:buChar char="•"/>
            </a:pPr>
            <a:r>
              <a:rPr lang="en-US" sz="1700" dirty="0">
                <a:latin typeface="Georgia" panose="02040502050405020303" pitchFamily="18" charset="0"/>
              </a:rPr>
              <a:t>Definition of proprieties and material characteristics, and next application to the mesh</a:t>
            </a:r>
          </a:p>
          <a:p>
            <a:pPr marL="285750" indent="-228600">
              <a:lnSpc>
                <a:spcPct val="90000"/>
              </a:lnSpc>
              <a:spcAft>
                <a:spcPts val="600"/>
              </a:spcAft>
              <a:buFont typeface="Arial" panose="020B0604020202020204" pitchFamily="34" charset="0"/>
              <a:buChar char="•"/>
            </a:pPr>
            <a:r>
              <a:rPr lang="en-US" sz="1700" dirty="0">
                <a:latin typeface="Georgia" panose="02040502050405020303" pitchFamily="18" charset="0"/>
              </a:rPr>
              <a:t>Using temporary nodes create the master nodes on each force and constraints points of application, keep in mind how the load is applied and on what side it is turned</a:t>
            </a:r>
          </a:p>
          <a:p>
            <a:pPr marL="285750" indent="-228600">
              <a:lnSpc>
                <a:spcPct val="90000"/>
              </a:lnSpc>
              <a:spcAft>
                <a:spcPts val="600"/>
              </a:spcAft>
              <a:buFont typeface="Arial" panose="020B0604020202020204" pitchFamily="34" charset="0"/>
              <a:buChar char="•"/>
            </a:pPr>
            <a:r>
              <a:rPr lang="en-US" sz="1700" dirty="0">
                <a:latin typeface="Georgia" panose="02040502050405020303" pitchFamily="18" charset="0"/>
              </a:rPr>
              <a:t>Apply force and constraints on the rigids created before (all temp nodes have to be eliminated, loads have to be connected to mesh’s node)</a:t>
            </a:r>
          </a:p>
        </p:txBody>
      </p:sp>
    </p:spTree>
    <p:extLst>
      <p:ext uri="{BB962C8B-B14F-4D97-AF65-F5344CB8AC3E}">
        <p14:creationId xmlns:p14="http://schemas.microsoft.com/office/powerpoint/2010/main" val="24775623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CasellaDiTesto 1">
            <a:extLst>
              <a:ext uri="{FF2B5EF4-FFF2-40B4-BE49-F238E27FC236}">
                <a16:creationId xmlns:a16="http://schemas.microsoft.com/office/drawing/2014/main" id="{B94EC23A-4D48-AB74-3C90-3111B184F97F}"/>
              </a:ext>
            </a:extLst>
          </p:cNvPr>
          <p:cNvSpPr txBox="1"/>
          <p:nvPr/>
        </p:nvSpPr>
        <p:spPr>
          <a:xfrm>
            <a:off x="660800" y="2171616"/>
            <a:ext cx="3427001" cy="2814530"/>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dirty="0">
                <a:latin typeface="Georgia" panose="02040502050405020303" pitchFamily="18" charset="0"/>
              </a:rPr>
              <a:t>Master node : if the boundary condition, constraints or load, can not be applied directly to one node, because of different configurations, a master nodes can be created to connect all the interested nodes, called slaves. As it is shown later, it’s important to choose correctly the slaves nodes</a:t>
            </a:r>
          </a:p>
        </p:txBody>
      </p:sp>
      <p:pic>
        <p:nvPicPr>
          <p:cNvPr id="4" name="Immagine 3" descr="Immagine che contiene ombrello, accessorio&#10;&#10;Descrizione generata automaticamente">
            <a:extLst>
              <a:ext uri="{FF2B5EF4-FFF2-40B4-BE49-F238E27FC236}">
                <a16:creationId xmlns:a16="http://schemas.microsoft.com/office/drawing/2014/main" id="{666668F5-13B0-2061-3DAA-EAD5F08ABB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5456" y="1994370"/>
            <a:ext cx="6155141" cy="3877738"/>
          </a:xfrm>
          <a:prstGeom prst="rect">
            <a:avLst/>
          </a:prstGeom>
        </p:spPr>
      </p:pic>
      <p:sp>
        <p:nvSpPr>
          <p:cNvPr id="5" name="CasellaDiTesto 4">
            <a:extLst>
              <a:ext uri="{FF2B5EF4-FFF2-40B4-BE49-F238E27FC236}">
                <a16:creationId xmlns:a16="http://schemas.microsoft.com/office/drawing/2014/main" id="{854F26C3-2984-774D-D89B-55B65FECFA7A}"/>
              </a:ext>
            </a:extLst>
          </p:cNvPr>
          <p:cNvSpPr txBox="1"/>
          <p:nvPr/>
        </p:nvSpPr>
        <p:spPr>
          <a:xfrm>
            <a:off x="7860647" y="964011"/>
            <a:ext cx="3416954" cy="852716"/>
          </a:xfrm>
          <a:prstGeom prst="rect">
            <a:avLst/>
          </a:prstGeom>
          <a:noFill/>
        </p:spPr>
        <p:txBody>
          <a:bodyPr wrap="square" rtlCol="0">
            <a:spAutoFit/>
          </a:bodyPr>
          <a:lstStyle/>
          <a:p>
            <a:r>
              <a:rPr lang="it-IT" sz="1600" dirty="0">
                <a:latin typeface="Georgia" panose="02040502050405020303" pitchFamily="18" charset="0"/>
              </a:rPr>
              <a:t>Master </a:t>
            </a:r>
            <a:r>
              <a:rPr lang="it-IT" sz="1600" dirty="0" err="1">
                <a:latin typeface="Georgia" panose="02040502050405020303" pitchFamily="18" charset="0"/>
              </a:rPr>
              <a:t>node</a:t>
            </a:r>
            <a:r>
              <a:rPr lang="it-IT" sz="1600" dirty="0">
                <a:latin typeface="Georgia" panose="02040502050405020303" pitchFamily="18" charset="0"/>
              </a:rPr>
              <a:t>, </a:t>
            </a:r>
            <a:r>
              <a:rPr lang="it-IT" sz="1600" dirty="0" err="1">
                <a:latin typeface="Georgia" panose="02040502050405020303" pitchFamily="18" charset="0"/>
              </a:rPr>
              <a:t>where</a:t>
            </a:r>
            <a:r>
              <a:rPr lang="it-IT" sz="1600" dirty="0">
                <a:latin typeface="Georgia" panose="02040502050405020303" pitchFamily="18" charset="0"/>
              </a:rPr>
              <a:t> the </a:t>
            </a:r>
            <a:r>
              <a:rPr lang="it-IT" sz="1600" dirty="0" err="1">
                <a:latin typeface="Georgia" panose="02040502050405020303" pitchFamily="18" charset="0"/>
              </a:rPr>
              <a:t>conditions</a:t>
            </a:r>
            <a:r>
              <a:rPr lang="it-IT" sz="1600" dirty="0">
                <a:latin typeface="Georgia" panose="02040502050405020303" pitchFamily="18" charset="0"/>
              </a:rPr>
              <a:t> </a:t>
            </a:r>
            <a:r>
              <a:rPr lang="it-IT" sz="1600" dirty="0" err="1">
                <a:latin typeface="Georgia" panose="02040502050405020303" pitchFamily="18" charset="0"/>
              </a:rPr>
              <a:t>will</a:t>
            </a:r>
            <a:r>
              <a:rPr lang="it-IT" sz="1600" dirty="0">
                <a:latin typeface="Georgia" panose="02040502050405020303" pitchFamily="18" charset="0"/>
              </a:rPr>
              <a:t> be </a:t>
            </a:r>
            <a:r>
              <a:rPr lang="it-IT" sz="1600" dirty="0" err="1">
                <a:latin typeface="Georgia" panose="02040502050405020303" pitchFamily="18" charset="0"/>
              </a:rPr>
              <a:t>applied</a:t>
            </a:r>
            <a:r>
              <a:rPr lang="it-IT" sz="1600" dirty="0">
                <a:latin typeface="Georgia" panose="02040502050405020303" pitchFamily="18" charset="0"/>
              </a:rPr>
              <a:t>, to be </a:t>
            </a:r>
            <a:r>
              <a:rPr lang="it-IT" sz="1600" dirty="0" err="1">
                <a:latin typeface="Georgia" panose="02040502050405020303" pitchFamily="18" charset="0"/>
              </a:rPr>
              <a:t>rigidly</a:t>
            </a:r>
            <a:r>
              <a:rPr lang="it-IT" sz="1600" dirty="0">
                <a:latin typeface="Georgia" panose="02040502050405020303" pitchFamily="18" charset="0"/>
              </a:rPr>
              <a:t> </a:t>
            </a:r>
            <a:r>
              <a:rPr lang="it-IT" sz="1600" dirty="0" err="1">
                <a:latin typeface="Georgia" panose="02040502050405020303" pitchFamily="18" charset="0"/>
              </a:rPr>
              <a:t>transmitted</a:t>
            </a:r>
            <a:r>
              <a:rPr lang="it-IT" sz="1600" dirty="0">
                <a:latin typeface="Georgia" panose="02040502050405020303" pitchFamily="18" charset="0"/>
              </a:rPr>
              <a:t> to </a:t>
            </a:r>
            <a:r>
              <a:rPr lang="it-IT" sz="1600" dirty="0" err="1">
                <a:latin typeface="Georgia" panose="02040502050405020303" pitchFamily="18" charset="0"/>
              </a:rPr>
              <a:t>all</a:t>
            </a:r>
            <a:r>
              <a:rPr lang="it-IT" sz="1600" dirty="0">
                <a:latin typeface="Georgia" panose="02040502050405020303" pitchFamily="18" charset="0"/>
              </a:rPr>
              <a:t> slave </a:t>
            </a:r>
            <a:r>
              <a:rPr lang="it-IT" sz="1600" dirty="0" err="1">
                <a:latin typeface="Georgia" panose="02040502050405020303" pitchFamily="18" charset="0"/>
              </a:rPr>
              <a:t>nodes</a:t>
            </a:r>
            <a:endParaRPr lang="it-IT" sz="1600" dirty="0">
              <a:latin typeface="Georgia" panose="02040502050405020303" pitchFamily="18" charset="0"/>
            </a:endParaRPr>
          </a:p>
        </p:txBody>
      </p:sp>
      <p:cxnSp>
        <p:nvCxnSpPr>
          <p:cNvPr id="7" name="Connettore 2 6">
            <a:extLst>
              <a:ext uri="{FF2B5EF4-FFF2-40B4-BE49-F238E27FC236}">
                <a16:creationId xmlns:a16="http://schemas.microsoft.com/office/drawing/2014/main" id="{73B52BC6-ECD0-1D73-39A4-B8E48ABEEFFF}"/>
              </a:ext>
            </a:extLst>
          </p:cNvPr>
          <p:cNvCxnSpPr/>
          <p:nvPr/>
        </p:nvCxnSpPr>
        <p:spPr>
          <a:xfrm flipH="1">
            <a:off x="9017391" y="1772529"/>
            <a:ext cx="422031" cy="16564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8" name="Connettore 7">
            <a:extLst>
              <a:ext uri="{FF2B5EF4-FFF2-40B4-BE49-F238E27FC236}">
                <a16:creationId xmlns:a16="http://schemas.microsoft.com/office/drawing/2014/main" id="{93FC05AF-A271-71E3-B267-62148170A82D}"/>
              </a:ext>
            </a:extLst>
          </p:cNvPr>
          <p:cNvSpPr/>
          <p:nvPr/>
        </p:nvSpPr>
        <p:spPr>
          <a:xfrm>
            <a:off x="8869409" y="3462584"/>
            <a:ext cx="106620" cy="11629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738140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Immagine 2">
            <a:extLst>
              <a:ext uri="{FF2B5EF4-FFF2-40B4-BE49-F238E27FC236}">
                <a16:creationId xmlns:a16="http://schemas.microsoft.com/office/drawing/2014/main" id="{C8B69974-7838-E29A-B9C1-967C1132FD9B}"/>
              </a:ext>
            </a:extLst>
          </p:cNvPr>
          <p:cNvPicPr>
            <a:picLocks noChangeAspect="1"/>
          </p:cNvPicPr>
          <p:nvPr/>
        </p:nvPicPr>
        <p:blipFill rotWithShape="1">
          <a:blip r:embed="rId3">
            <a:extLst>
              <a:ext uri="{28A0092B-C50C-407E-A947-70E740481C1C}">
                <a14:useLocalDpi xmlns:a14="http://schemas.microsoft.com/office/drawing/2010/main" val="0"/>
              </a:ext>
            </a:extLst>
          </a:blip>
          <a:srcRect l="19284" r="29252" b="1"/>
          <a:stretch/>
        </p:blipFill>
        <p:spPr>
          <a:xfrm>
            <a:off x="-630489" y="0"/>
            <a:ext cx="9757548" cy="6920336"/>
          </a:xfrm>
          <a:prstGeom prst="rect">
            <a:avLst/>
          </a:prstGeom>
        </p:spPr>
      </p:pic>
      <p:sp>
        <p:nvSpPr>
          <p:cNvPr id="11" name="Rectangle 1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asellaDiTesto 3">
            <a:extLst>
              <a:ext uri="{FF2B5EF4-FFF2-40B4-BE49-F238E27FC236}">
                <a16:creationId xmlns:a16="http://schemas.microsoft.com/office/drawing/2014/main" id="{3F325FDC-BC66-73D2-1996-1BC09CE03E8E}"/>
              </a:ext>
            </a:extLst>
          </p:cNvPr>
          <p:cNvSpPr txBox="1"/>
          <p:nvPr/>
        </p:nvSpPr>
        <p:spPr>
          <a:xfrm>
            <a:off x="8291965" y="671337"/>
            <a:ext cx="3555261" cy="5403881"/>
          </a:xfrm>
          <a:prstGeom prst="rect">
            <a:avLst/>
          </a:prstGeom>
          <a:ln>
            <a:solidFill>
              <a:schemeClr val="bg1">
                <a:lumMod val="65000"/>
              </a:schemeClr>
            </a:solidFill>
          </a:ln>
        </p:spPr>
        <p:txBody>
          <a:bodyPr vert="horz" lIns="91440" tIns="45720" rIns="91440" bIns="45720" rtlCol="0">
            <a:noAutofit/>
          </a:bodyPr>
          <a:lstStyle/>
          <a:p>
            <a:pPr>
              <a:lnSpc>
                <a:spcPct val="90000"/>
              </a:lnSpc>
              <a:spcAft>
                <a:spcPts val="600"/>
              </a:spcAft>
            </a:pPr>
            <a:r>
              <a:rPr lang="en-US" sz="2000" dirty="0">
                <a:latin typeface="Georgia" panose="02040502050405020303" pitchFamily="18" charset="0"/>
              </a:rPr>
              <a:t>Rigid nodes in the screw hole: </a:t>
            </a:r>
          </a:p>
          <a:p>
            <a:pPr>
              <a:lnSpc>
                <a:spcPct val="90000"/>
              </a:lnSpc>
              <a:spcAft>
                <a:spcPts val="600"/>
              </a:spcAft>
            </a:pPr>
            <a:endParaRPr lang="en-US" dirty="0">
              <a:latin typeface="Georgia" panose="02040502050405020303" pitchFamily="18" charset="0"/>
            </a:endParaRPr>
          </a:p>
          <a:p>
            <a:pPr marL="285750" indent="-228600">
              <a:lnSpc>
                <a:spcPct val="90000"/>
              </a:lnSpc>
              <a:spcAft>
                <a:spcPts val="600"/>
              </a:spcAft>
              <a:buFont typeface="Arial" panose="020B0604020202020204" pitchFamily="34" charset="0"/>
              <a:buChar char="•"/>
            </a:pPr>
            <a:r>
              <a:rPr lang="en-US" dirty="0">
                <a:latin typeface="Georgia" panose="02040502050405020303" pitchFamily="18" charset="0"/>
              </a:rPr>
              <a:t>In the lower part of the engine rod it is possible to consider the load applied by the head of the screw, the salve nodes are extended to the second superficial circle around the hole</a:t>
            </a:r>
          </a:p>
          <a:p>
            <a:pPr marL="285750" indent="-228600">
              <a:lnSpc>
                <a:spcPct val="90000"/>
              </a:lnSpc>
              <a:spcAft>
                <a:spcPts val="600"/>
              </a:spcAft>
              <a:buFont typeface="Arial" panose="020B0604020202020204" pitchFamily="34" charset="0"/>
              <a:buChar char="•"/>
            </a:pPr>
            <a:endParaRPr lang="en-US" dirty="0">
              <a:latin typeface="Georgia" panose="02040502050405020303" pitchFamily="18" charset="0"/>
            </a:endParaRPr>
          </a:p>
          <a:p>
            <a:pPr marL="285750" indent="-228600">
              <a:lnSpc>
                <a:spcPct val="90000"/>
              </a:lnSpc>
              <a:spcAft>
                <a:spcPts val="600"/>
              </a:spcAft>
              <a:buFont typeface="Arial" panose="020B0604020202020204" pitchFamily="34" charset="0"/>
              <a:buChar char="•"/>
            </a:pPr>
            <a:r>
              <a:rPr lang="en-US" dirty="0">
                <a:latin typeface="Georgia" panose="02040502050405020303" pitchFamily="18" charset="0"/>
              </a:rPr>
              <a:t>For the upper part, as it should be considered according to the geometry, consider the hole threaded and select as slave nodes the first 5 threads (where the 90% of the load is carried), starting from the surface of interface between the 2 rod parts</a:t>
            </a:r>
          </a:p>
        </p:txBody>
      </p:sp>
      <p:cxnSp>
        <p:nvCxnSpPr>
          <p:cNvPr id="6" name="Connettore 2 5">
            <a:extLst>
              <a:ext uri="{FF2B5EF4-FFF2-40B4-BE49-F238E27FC236}">
                <a16:creationId xmlns:a16="http://schemas.microsoft.com/office/drawing/2014/main" id="{659396AE-404D-9317-DA05-5043FD5056BD}"/>
              </a:ext>
            </a:extLst>
          </p:cNvPr>
          <p:cNvCxnSpPr>
            <a:cxnSpLocks/>
          </p:cNvCxnSpPr>
          <p:nvPr/>
        </p:nvCxnSpPr>
        <p:spPr>
          <a:xfrm flipH="1">
            <a:off x="4862945" y="2433711"/>
            <a:ext cx="3419880" cy="2727107"/>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3" name="Connettore 2 12">
            <a:extLst>
              <a:ext uri="{FF2B5EF4-FFF2-40B4-BE49-F238E27FC236}">
                <a16:creationId xmlns:a16="http://schemas.microsoft.com/office/drawing/2014/main" id="{DD1ABA29-923A-526E-07F3-5119453392D3}"/>
              </a:ext>
            </a:extLst>
          </p:cNvPr>
          <p:cNvCxnSpPr/>
          <p:nvPr/>
        </p:nvCxnSpPr>
        <p:spPr>
          <a:xfrm flipH="1">
            <a:off x="2069221" y="4749879"/>
            <a:ext cx="6176934" cy="339436"/>
          </a:xfrm>
          <a:prstGeom prst="straightConnector1">
            <a:avLst/>
          </a:prstGeom>
          <a:ln w="190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633015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reeform: Shape 1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CasellaDiTesto 1">
            <a:extLst>
              <a:ext uri="{FF2B5EF4-FFF2-40B4-BE49-F238E27FC236}">
                <a16:creationId xmlns:a16="http://schemas.microsoft.com/office/drawing/2014/main" id="{C85E0A97-2277-6CD5-A02D-93B96AFC62CC}"/>
              </a:ext>
            </a:extLst>
          </p:cNvPr>
          <p:cNvSpPr txBox="1"/>
          <p:nvPr/>
        </p:nvSpPr>
        <p:spPr>
          <a:xfrm>
            <a:off x="838201" y="1944003"/>
            <a:ext cx="3170128" cy="2324400"/>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endParaRPr lang="en-US" sz="2000" dirty="0">
              <a:latin typeface="Abadi Extra Light" panose="020B0204020104020204" pitchFamily="34" charset="0"/>
            </a:endParaRPr>
          </a:p>
          <a:p>
            <a:pPr marL="285750" indent="-228600">
              <a:lnSpc>
                <a:spcPct val="90000"/>
              </a:lnSpc>
              <a:spcAft>
                <a:spcPts val="600"/>
              </a:spcAft>
              <a:buFont typeface="Arial" panose="020B0604020202020204" pitchFamily="34" charset="0"/>
              <a:buChar char="•"/>
            </a:pPr>
            <a:r>
              <a:rPr lang="en-US" dirty="0">
                <a:latin typeface="Georgia" panose="02040502050405020303" pitchFamily="18" charset="0"/>
              </a:rPr>
              <a:t>Forces due to pressure of the gas: the force is applied in the middle of the top hole, the one connected to the piston. The master node must be created considering that the only solicited part by this force is the half circle directed to the bottom, the one where, practically, the force is applied.</a:t>
            </a:r>
          </a:p>
        </p:txBody>
      </p:sp>
      <p:pic>
        <p:nvPicPr>
          <p:cNvPr id="4" name="Immagine 3">
            <a:extLst>
              <a:ext uri="{FF2B5EF4-FFF2-40B4-BE49-F238E27FC236}">
                <a16:creationId xmlns:a16="http://schemas.microsoft.com/office/drawing/2014/main" id="{45451C84-442D-A7A6-44F1-A37895357420}"/>
              </a:ext>
            </a:extLst>
          </p:cNvPr>
          <p:cNvPicPr>
            <a:picLocks noChangeAspect="1"/>
          </p:cNvPicPr>
          <p:nvPr/>
        </p:nvPicPr>
        <p:blipFill rotWithShape="1">
          <a:blip r:embed="rId2">
            <a:extLst>
              <a:ext uri="{28A0092B-C50C-407E-A947-70E740481C1C}">
                <a14:useLocalDpi xmlns:a14="http://schemas.microsoft.com/office/drawing/2010/main" val="0"/>
              </a:ext>
            </a:extLst>
          </a:blip>
          <a:srcRect t="5500"/>
          <a:stretch/>
        </p:blipFill>
        <p:spPr>
          <a:xfrm>
            <a:off x="4814243" y="2266800"/>
            <a:ext cx="6738859" cy="2324400"/>
          </a:xfrm>
          <a:prstGeom prst="rect">
            <a:avLst/>
          </a:prstGeom>
        </p:spPr>
      </p:pic>
      <p:sp>
        <p:nvSpPr>
          <p:cNvPr id="5" name="CasellaDiTesto 4">
            <a:extLst>
              <a:ext uri="{FF2B5EF4-FFF2-40B4-BE49-F238E27FC236}">
                <a16:creationId xmlns:a16="http://schemas.microsoft.com/office/drawing/2014/main" id="{5EB6041D-B006-2899-2AF4-BE31739AE662}"/>
              </a:ext>
            </a:extLst>
          </p:cNvPr>
          <p:cNvSpPr txBox="1"/>
          <p:nvPr/>
        </p:nvSpPr>
        <p:spPr>
          <a:xfrm>
            <a:off x="1223513" y="594144"/>
            <a:ext cx="9741925" cy="1077218"/>
          </a:xfrm>
          <a:prstGeom prst="rect">
            <a:avLst/>
          </a:prstGeom>
          <a:noFill/>
        </p:spPr>
        <p:txBody>
          <a:bodyPr wrap="square" rtlCol="0">
            <a:spAutoFit/>
          </a:bodyPr>
          <a:lstStyle/>
          <a:p>
            <a:pPr algn="ctr"/>
            <a:r>
              <a:rPr lang="en-US" sz="3600" dirty="0">
                <a:latin typeface="Georgia" panose="02040502050405020303" pitchFamily="18" charset="0"/>
              </a:rPr>
              <a:t>2 critical conditions for the stress state</a:t>
            </a:r>
          </a:p>
          <a:p>
            <a:endParaRPr lang="it-IT" sz="2800" dirty="0">
              <a:latin typeface="Abadi Extra Light" panose="020B0204020104020204" pitchFamily="34" charset="0"/>
            </a:endParaRPr>
          </a:p>
        </p:txBody>
      </p:sp>
      <p:sp>
        <p:nvSpPr>
          <p:cNvPr id="8" name="CasellaDiTesto 7">
            <a:extLst>
              <a:ext uri="{FF2B5EF4-FFF2-40B4-BE49-F238E27FC236}">
                <a16:creationId xmlns:a16="http://schemas.microsoft.com/office/drawing/2014/main" id="{80F226F5-CD41-DC6D-A6F8-BF2D79AECBEA}"/>
              </a:ext>
            </a:extLst>
          </p:cNvPr>
          <p:cNvSpPr txBox="1"/>
          <p:nvPr/>
        </p:nvSpPr>
        <p:spPr>
          <a:xfrm>
            <a:off x="6094476" y="5186638"/>
            <a:ext cx="4521500" cy="738664"/>
          </a:xfrm>
          <a:prstGeom prst="rect">
            <a:avLst/>
          </a:prstGeom>
          <a:noFill/>
        </p:spPr>
        <p:txBody>
          <a:bodyPr wrap="square" rtlCol="0">
            <a:spAutoFit/>
          </a:bodyPr>
          <a:lstStyle/>
          <a:p>
            <a:r>
              <a:rPr lang="it-IT" sz="1400" dirty="0">
                <a:latin typeface="Georgia" panose="02040502050405020303" pitchFamily="18" charset="0"/>
              </a:rPr>
              <a:t>The </a:t>
            </a:r>
            <a:r>
              <a:rPr lang="it-IT" sz="1400" dirty="0" err="1">
                <a:latin typeface="Georgia" panose="02040502050405020303" pitchFamily="18" charset="0"/>
              </a:rPr>
              <a:t>total</a:t>
            </a:r>
            <a:r>
              <a:rPr lang="it-IT" sz="1400" dirty="0">
                <a:latin typeface="Georgia" panose="02040502050405020303" pitchFamily="18" charset="0"/>
              </a:rPr>
              <a:t> force </a:t>
            </a:r>
            <a:r>
              <a:rPr lang="it-IT" sz="1400" dirty="0" err="1">
                <a:latin typeface="Georgia" panose="02040502050405020303" pitchFamily="18" charset="0"/>
              </a:rPr>
              <a:t>considered</a:t>
            </a:r>
            <a:r>
              <a:rPr lang="it-IT" sz="1400" dirty="0">
                <a:latin typeface="Georgia" panose="02040502050405020303" pitchFamily="18" charset="0"/>
              </a:rPr>
              <a:t> </a:t>
            </a:r>
            <a:r>
              <a:rPr lang="it-IT" sz="1400" dirty="0" err="1">
                <a:latin typeface="Georgia" panose="02040502050405020303" pitchFamily="18" charset="0"/>
              </a:rPr>
              <a:t>here</a:t>
            </a:r>
            <a:r>
              <a:rPr lang="it-IT" sz="1400" dirty="0">
                <a:latin typeface="Georgia" panose="02040502050405020303" pitchFamily="18" charset="0"/>
              </a:rPr>
              <a:t> </a:t>
            </a:r>
            <a:r>
              <a:rPr lang="it-IT" sz="1400" dirty="0" err="1">
                <a:latin typeface="Georgia" panose="02040502050405020303" pitchFamily="18" charset="0"/>
              </a:rPr>
              <a:t>is</a:t>
            </a:r>
            <a:r>
              <a:rPr lang="it-IT" sz="1400" dirty="0">
                <a:latin typeface="Georgia" panose="02040502050405020303" pitchFamily="18" charset="0"/>
              </a:rPr>
              <a:t> the </a:t>
            </a:r>
            <a:r>
              <a:rPr lang="it-IT" sz="1400" dirty="0" err="1">
                <a:latin typeface="Georgia" panose="02040502050405020303" pitchFamily="18" charset="0"/>
              </a:rPr>
              <a:t>vectorial</a:t>
            </a:r>
            <a:r>
              <a:rPr lang="it-IT" sz="1400" dirty="0">
                <a:latin typeface="Georgia" panose="02040502050405020303" pitchFamily="18" charset="0"/>
              </a:rPr>
              <a:t> sum </a:t>
            </a:r>
            <a:r>
              <a:rPr lang="it-IT" sz="1400" dirty="0" err="1">
                <a:latin typeface="Georgia" panose="02040502050405020303" pitchFamily="18" charset="0"/>
              </a:rPr>
              <a:t>between</a:t>
            </a:r>
            <a:r>
              <a:rPr lang="it-IT" sz="1400" dirty="0">
                <a:latin typeface="Georgia" panose="02040502050405020303" pitchFamily="18" charset="0"/>
              </a:rPr>
              <a:t> the force due to gas pressure and </a:t>
            </a:r>
            <a:r>
              <a:rPr lang="it-IT" sz="1400" dirty="0" err="1">
                <a:latin typeface="Georgia" panose="02040502050405020303" pitchFamily="18" charset="0"/>
              </a:rPr>
              <a:t>inertia</a:t>
            </a:r>
            <a:r>
              <a:rPr lang="it-IT" sz="1400" dirty="0">
                <a:latin typeface="Georgia" panose="02040502050405020303" pitchFamily="18" charset="0"/>
              </a:rPr>
              <a:t> @1900 rpm, </a:t>
            </a:r>
            <a:r>
              <a:rPr lang="it-IT" sz="1400" dirty="0" err="1">
                <a:latin typeface="Georgia" panose="02040502050405020303" pitchFamily="18" charset="0"/>
              </a:rPr>
              <a:t>where</a:t>
            </a:r>
            <a:r>
              <a:rPr lang="it-IT" sz="1400" dirty="0">
                <a:latin typeface="Georgia" panose="02040502050405020303" pitchFamily="18" charset="0"/>
              </a:rPr>
              <a:t> the max pressure </a:t>
            </a:r>
            <a:r>
              <a:rPr lang="it-IT" sz="1400" dirty="0" err="1">
                <a:latin typeface="Georgia" panose="02040502050405020303" pitchFamily="18" charset="0"/>
              </a:rPr>
              <a:t>is</a:t>
            </a:r>
            <a:r>
              <a:rPr lang="it-IT" sz="1400" dirty="0">
                <a:latin typeface="Georgia" panose="02040502050405020303" pitchFamily="18" charset="0"/>
              </a:rPr>
              <a:t> </a:t>
            </a:r>
            <a:r>
              <a:rPr lang="it-IT" sz="1400" dirty="0" err="1">
                <a:latin typeface="Georgia" panose="02040502050405020303" pitchFamily="18" charset="0"/>
              </a:rPr>
              <a:t>produced</a:t>
            </a:r>
            <a:endParaRPr lang="it-IT" sz="1400" dirty="0">
              <a:latin typeface="Georgia" panose="02040502050405020303" pitchFamily="18" charset="0"/>
            </a:endParaRPr>
          </a:p>
        </p:txBody>
      </p:sp>
    </p:spTree>
    <p:extLst>
      <p:ext uri="{BB962C8B-B14F-4D97-AF65-F5344CB8AC3E}">
        <p14:creationId xmlns:p14="http://schemas.microsoft.com/office/powerpoint/2010/main" val="176884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3" name="CasellaDiTesto 2">
            <a:extLst>
              <a:ext uri="{FF2B5EF4-FFF2-40B4-BE49-F238E27FC236}">
                <a16:creationId xmlns:a16="http://schemas.microsoft.com/office/drawing/2014/main" id="{E45B6A28-07A9-CE98-A1B3-7CB055E1A1C0}"/>
              </a:ext>
            </a:extLst>
          </p:cNvPr>
          <p:cNvSpPr txBox="1"/>
          <p:nvPr/>
        </p:nvSpPr>
        <p:spPr>
          <a:xfrm>
            <a:off x="705111" y="1550201"/>
            <a:ext cx="3123474" cy="3553581"/>
          </a:xfrm>
          <a:prstGeom prst="rect">
            <a:avLst/>
          </a:prstGeom>
        </p:spPr>
        <p:txBody>
          <a:bodyPr vert="horz" lIns="91440" tIns="45720" rIns="91440" bIns="45720" rtlCol="0">
            <a:noAutofit/>
          </a:bodyPr>
          <a:lstStyle/>
          <a:p>
            <a:pPr marL="285750" indent="-228600">
              <a:lnSpc>
                <a:spcPct val="90000"/>
              </a:lnSpc>
              <a:spcAft>
                <a:spcPts val="600"/>
              </a:spcAft>
              <a:buFont typeface="Arial" panose="020B0604020202020204" pitchFamily="34" charset="0"/>
              <a:buChar char="•"/>
            </a:pPr>
            <a:r>
              <a:rPr lang="en-US" dirty="0">
                <a:latin typeface="Georgia" panose="02040502050405020303" pitchFamily="18" charset="0"/>
              </a:rPr>
              <a:t>Forces due to inertia : current situation is the period where the piston is reaching the top dead center and so is decelerated (inertia act on the direction of the previous movement); because of the vector is in  opposite direction, also the region of the circle where the force is applied is the opposite, half circle directed to the top</a:t>
            </a:r>
          </a:p>
        </p:txBody>
      </p:sp>
      <mc:AlternateContent xmlns:mc="http://schemas.openxmlformats.org/markup-compatibility/2006" xmlns:p14="http://schemas.microsoft.com/office/powerpoint/2010/main">
        <mc:Choice Requires="p14">
          <p:contentPart p14:bwMode="auto" r:id="rId2">
            <p14:nvContentPartPr>
              <p14:cNvPr id="4" name="Input penna 3">
                <a:extLst>
                  <a:ext uri="{FF2B5EF4-FFF2-40B4-BE49-F238E27FC236}">
                    <a16:creationId xmlns:a16="http://schemas.microsoft.com/office/drawing/2014/main" id="{37D69DB4-CE59-00AB-DFDD-8CE4CC83595D}"/>
                  </a:ext>
                </a:extLst>
              </p14:cNvPr>
              <p14:cNvContentPartPr/>
              <p14:nvPr/>
            </p14:nvContentPartPr>
            <p14:xfrm>
              <a:off x="5012740" y="4487254"/>
              <a:ext cx="360" cy="360"/>
            </p14:xfrm>
          </p:contentPart>
        </mc:Choice>
        <mc:Fallback xmlns="">
          <p:pic>
            <p:nvPicPr>
              <p:cNvPr id="4" name="Input penna 3">
                <a:extLst>
                  <a:ext uri="{FF2B5EF4-FFF2-40B4-BE49-F238E27FC236}">
                    <a16:creationId xmlns:a16="http://schemas.microsoft.com/office/drawing/2014/main" id="{37D69DB4-CE59-00AB-DFDD-8CE4CC83595D}"/>
                  </a:ext>
                </a:extLst>
              </p:cNvPr>
              <p:cNvPicPr/>
              <p:nvPr/>
            </p:nvPicPr>
            <p:blipFill>
              <a:blip r:embed="rId4"/>
              <a:stretch>
                <a:fillRect/>
              </a:stretch>
            </p:blipFill>
            <p:spPr>
              <a:xfrm>
                <a:off x="4997260" y="4471774"/>
                <a:ext cx="30960" cy="30960"/>
              </a:xfrm>
              <a:prstGeom prst="rect">
                <a:avLst/>
              </a:prstGeom>
            </p:spPr>
          </p:pic>
        </mc:Fallback>
      </mc:AlternateContent>
      <p:pic>
        <p:nvPicPr>
          <p:cNvPr id="5" name="Immagine 4">
            <a:extLst>
              <a:ext uri="{FF2B5EF4-FFF2-40B4-BE49-F238E27FC236}">
                <a16:creationId xmlns:a16="http://schemas.microsoft.com/office/drawing/2014/main" id="{6098DF2C-57F5-9235-B75D-A09CF4C3AA15}"/>
              </a:ext>
            </a:extLst>
          </p:cNvPr>
          <p:cNvPicPr>
            <a:picLocks noChangeAspect="1"/>
          </p:cNvPicPr>
          <p:nvPr/>
        </p:nvPicPr>
        <p:blipFill>
          <a:blip r:embed="rId5">
            <a:extLst>
              <a:ext uri="{28A0092B-C50C-407E-A947-70E740481C1C}">
                <a14:useLocalDpi xmlns:a14="http://schemas.microsoft.com/office/drawing/2010/main" val="0"/>
              </a:ext>
            </a:extLst>
          </a:blip>
          <a:srcRect l="4" t="6158" r="10" b="-4714"/>
          <a:stretch/>
        </p:blipFill>
        <p:spPr>
          <a:xfrm>
            <a:off x="4682889" y="2263799"/>
            <a:ext cx="6804000" cy="2467527"/>
          </a:xfrm>
          <a:prstGeom prst="rect">
            <a:avLst/>
          </a:prstGeom>
        </p:spPr>
      </p:pic>
    </p:spTree>
    <p:extLst>
      <p:ext uri="{BB962C8B-B14F-4D97-AF65-F5344CB8AC3E}">
        <p14:creationId xmlns:p14="http://schemas.microsoft.com/office/powerpoint/2010/main" val="136256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6" name="Rectangle 10">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Freeform: Shape 12">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Freeform: Shape 14">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 name="CasellaDiTesto 1">
                <a:extLst>
                  <a:ext uri="{FF2B5EF4-FFF2-40B4-BE49-F238E27FC236}">
                    <a16:creationId xmlns:a16="http://schemas.microsoft.com/office/drawing/2014/main" id="{B1E5C1AD-7670-735D-77E0-0C9D8253B9C3}"/>
                  </a:ext>
                </a:extLst>
              </p:cNvPr>
              <p:cNvSpPr txBox="1"/>
              <p:nvPr/>
            </p:nvSpPr>
            <p:spPr>
              <a:xfrm>
                <a:off x="9335726" y="1930946"/>
                <a:ext cx="1758495"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𝑝𝑔</m:t>
                          </m:r>
                        </m:sub>
                      </m:sSub>
                      <m:r>
                        <a:rPr lang="it-IT" b="0" i="0"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𝜋</m:t>
                          </m:r>
                          <m:sSup>
                            <m:sSupPr>
                              <m:ctrlPr>
                                <a:rPr lang="it-IT" b="0" i="1" smtClean="0">
                                  <a:latin typeface="Cambria Math" panose="02040503050406030204" pitchFamily="18" charset="0"/>
                                </a:rPr>
                              </m:ctrlPr>
                            </m:sSupPr>
                            <m:e>
                              <m:r>
                                <a:rPr lang="it-IT" b="0" i="1" smtClean="0">
                                  <a:latin typeface="Cambria Math" panose="02040503050406030204" pitchFamily="18" charset="0"/>
                                </a:rPr>
                                <m:t>𝐷</m:t>
                              </m:r>
                            </m:e>
                            <m:sup>
                              <m:r>
                                <a:rPr lang="it-IT" b="0" i="1" smtClean="0">
                                  <a:latin typeface="Cambria Math" panose="02040503050406030204" pitchFamily="18" charset="0"/>
                                </a:rPr>
                                <m:t>2</m:t>
                              </m:r>
                            </m:sup>
                          </m:sSup>
                        </m:num>
                        <m:den>
                          <m:r>
                            <a:rPr lang="it-IT" b="0" i="1" smtClean="0">
                              <a:latin typeface="Cambria Math" panose="02040503050406030204" pitchFamily="18" charset="0"/>
                            </a:rPr>
                            <m:t>4</m:t>
                          </m:r>
                        </m:den>
                      </m:f>
                      <m:r>
                        <a:rPr lang="it-IT" b="0" i="1" smtClean="0">
                          <a:latin typeface="Cambria Math" panose="02040503050406030204" pitchFamily="18" charset="0"/>
                          <a:ea typeface="Cambria Math" panose="02040503050406030204" pitchFamily="18" charset="0"/>
                        </a:rPr>
                        <m:t>∙</m:t>
                      </m:r>
                      <m:sSub>
                        <m:sSubPr>
                          <m:ctrlPr>
                            <a:rPr lang="it-IT" b="0" i="1" smtClean="0">
                              <a:latin typeface="Cambria Math" panose="02040503050406030204" pitchFamily="18" charset="0"/>
                              <a:ea typeface="Cambria Math" panose="02040503050406030204" pitchFamily="18" charset="0"/>
                            </a:rPr>
                          </m:ctrlPr>
                        </m:sSubPr>
                        <m:e>
                          <m:r>
                            <a:rPr lang="it-IT" b="0" i="1" smtClean="0">
                              <a:latin typeface="Cambria Math" panose="02040503050406030204" pitchFamily="18" charset="0"/>
                              <a:ea typeface="Cambria Math" panose="02040503050406030204" pitchFamily="18" charset="0"/>
                            </a:rPr>
                            <m:t>𝑝</m:t>
                          </m:r>
                        </m:e>
                        <m:sub>
                          <m:r>
                            <a:rPr lang="it-IT" b="0" i="1" smtClean="0">
                              <a:latin typeface="Cambria Math" panose="02040503050406030204" pitchFamily="18" charset="0"/>
                              <a:ea typeface="Cambria Math" panose="02040503050406030204" pitchFamily="18" charset="0"/>
                            </a:rPr>
                            <m:t>𝑚𝑎𝑥</m:t>
                          </m:r>
                        </m:sub>
                      </m:sSub>
                    </m:oMath>
                  </m:oMathPara>
                </a14:m>
                <a:endParaRPr lang="it-IT" dirty="0"/>
              </a:p>
            </p:txBody>
          </p:sp>
        </mc:Choice>
        <mc:Fallback xmlns="">
          <p:sp>
            <p:nvSpPr>
              <p:cNvPr id="2" name="CasellaDiTesto 1">
                <a:extLst>
                  <a:ext uri="{FF2B5EF4-FFF2-40B4-BE49-F238E27FC236}">
                    <a16:creationId xmlns:a16="http://schemas.microsoft.com/office/drawing/2014/main" id="{B1E5C1AD-7670-735D-77E0-0C9D8253B9C3}"/>
                  </a:ext>
                </a:extLst>
              </p:cNvPr>
              <p:cNvSpPr txBox="1">
                <a:spLocks noRot="1" noChangeAspect="1" noMove="1" noResize="1" noEditPoints="1" noAdjustHandles="1" noChangeArrowheads="1" noChangeShapeType="1" noTextEdit="1"/>
              </p:cNvSpPr>
              <p:nvPr/>
            </p:nvSpPr>
            <p:spPr>
              <a:xfrm>
                <a:off x="9335726" y="1930946"/>
                <a:ext cx="1758495" cy="553998"/>
              </a:xfrm>
              <a:prstGeom prst="rect">
                <a:avLst/>
              </a:prstGeom>
              <a:blipFill>
                <a:blip r:embed="rId2"/>
                <a:stretch>
                  <a:fillRect/>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4" name="CasellaDiTesto 3">
                <a:extLst>
                  <a:ext uri="{FF2B5EF4-FFF2-40B4-BE49-F238E27FC236}">
                    <a16:creationId xmlns:a16="http://schemas.microsoft.com/office/drawing/2014/main" id="{1A801311-6261-0FA3-69E3-E66A06840D38}"/>
                  </a:ext>
                </a:extLst>
              </p:cNvPr>
              <p:cNvSpPr txBox="1"/>
              <p:nvPr/>
            </p:nvSpPr>
            <p:spPr>
              <a:xfrm>
                <a:off x="9335727" y="2967700"/>
                <a:ext cx="143783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b="0"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𝑖</m:t>
                          </m:r>
                        </m:sub>
                      </m:sSub>
                      <m:r>
                        <a:rPr lang="it-IT" b="0" i="1" smtClean="0">
                          <a:latin typeface="Cambria Math" panose="02040503050406030204" pitchFamily="18" charset="0"/>
                        </a:rPr>
                        <m:t>=</m:t>
                      </m:r>
                      <m:r>
                        <a:rPr lang="it-IT" b="0" i="1" smtClean="0">
                          <a:latin typeface="Cambria Math" panose="02040503050406030204" pitchFamily="18" charset="0"/>
                        </a:rPr>
                        <m:t>𝑚</m:t>
                      </m:r>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𝑎</m:t>
                          </m:r>
                        </m:e>
                        <m:sub>
                          <m:r>
                            <a:rPr lang="it-IT" b="0" i="1" smtClean="0">
                              <a:latin typeface="Cambria Math" panose="02040503050406030204" pitchFamily="18" charset="0"/>
                            </a:rPr>
                            <m:t>𝑇𝐷𝐶</m:t>
                          </m:r>
                        </m:sub>
                      </m:sSub>
                    </m:oMath>
                  </m:oMathPara>
                </a14:m>
                <a:endParaRPr lang="it-IT" dirty="0"/>
              </a:p>
            </p:txBody>
          </p:sp>
        </mc:Choice>
        <mc:Fallback xmlns="">
          <p:sp>
            <p:nvSpPr>
              <p:cNvPr id="4" name="CasellaDiTesto 3">
                <a:extLst>
                  <a:ext uri="{FF2B5EF4-FFF2-40B4-BE49-F238E27FC236}">
                    <a16:creationId xmlns:a16="http://schemas.microsoft.com/office/drawing/2014/main" id="{1A801311-6261-0FA3-69E3-E66A06840D38}"/>
                  </a:ext>
                </a:extLst>
              </p:cNvPr>
              <p:cNvSpPr txBox="1">
                <a:spLocks noRot="1" noChangeAspect="1" noMove="1" noResize="1" noEditPoints="1" noAdjustHandles="1" noChangeArrowheads="1" noChangeShapeType="1" noTextEdit="1"/>
              </p:cNvSpPr>
              <p:nvPr/>
            </p:nvSpPr>
            <p:spPr>
              <a:xfrm>
                <a:off x="9335727" y="2967700"/>
                <a:ext cx="1437830" cy="276999"/>
              </a:xfrm>
              <a:prstGeom prst="rect">
                <a:avLst/>
              </a:prstGeom>
              <a:blipFill>
                <a:blip r:embed="rId3"/>
                <a:stretch>
                  <a:fillRect l="-3390" r="-847" b="-17778"/>
                </a:stretch>
              </a:blipFill>
            </p:spPr>
            <p:txBody>
              <a:bodyPr/>
              <a:lstStyle/>
              <a:p>
                <a:r>
                  <a:rPr lang="it-IT">
                    <a:noFill/>
                  </a:rPr>
                  <a:t> </a:t>
                </a:r>
              </a:p>
            </p:txBody>
          </p:sp>
        </mc:Fallback>
      </mc:AlternateContent>
      <mc:AlternateContent xmlns:mc="http://schemas.openxmlformats.org/markup-compatibility/2006" xmlns:a14="http://schemas.microsoft.com/office/drawing/2010/main">
        <mc:Choice Requires="a14">
          <p:sp>
            <p:nvSpPr>
              <p:cNvPr id="7" name="CasellaDiTesto 6">
                <a:extLst>
                  <a:ext uri="{FF2B5EF4-FFF2-40B4-BE49-F238E27FC236}">
                    <a16:creationId xmlns:a16="http://schemas.microsoft.com/office/drawing/2014/main" id="{EA6EB8B9-4F5A-2414-3853-71215A6D0B50}"/>
                  </a:ext>
                </a:extLst>
              </p:cNvPr>
              <p:cNvSpPr txBox="1"/>
              <p:nvPr/>
            </p:nvSpPr>
            <p:spPr>
              <a:xfrm>
                <a:off x="9341558" y="3508866"/>
                <a:ext cx="240668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𝑎</m:t>
                          </m:r>
                        </m:e>
                        <m:sub>
                          <m:r>
                            <a:rPr lang="it-IT" b="0" i="1" smtClean="0">
                              <a:latin typeface="Cambria Math" panose="02040503050406030204" pitchFamily="18" charset="0"/>
                            </a:rPr>
                            <m:t>𝑇𝐷𝐶</m:t>
                          </m:r>
                        </m:sub>
                      </m:sSub>
                      <m:r>
                        <a:rPr lang="it-IT" b="0" i="1" smtClean="0">
                          <a:latin typeface="Cambria Math" panose="02040503050406030204" pitchFamily="18" charset="0"/>
                        </a:rPr>
                        <m:t>=</m:t>
                      </m:r>
                      <m:d>
                        <m:dPr>
                          <m:ctrlPr>
                            <a:rPr lang="it-IT" b="0" i="1" smtClean="0">
                              <a:latin typeface="Cambria Math" panose="02040503050406030204" pitchFamily="18" charset="0"/>
                            </a:rPr>
                          </m:ctrlPr>
                        </m:dPr>
                        <m:e>
                          <m:r>
                            <a:rPr lang="it-IT" b="0" i="1" smtClean="0">
                              <a:latin typeface="Cambria Math" panose="02040503050406030204" pitchFamily="18" charset="0"/>
                            </a:rPr>
                            <m:t>1+</m:t>
                          </m:r>
                          <m:r>
                            <m:rPr>
                              <m:sty m:val="p"/>
                            </m:rPr>
                            <a:rPr lang="el-GR" b="0" i="1" smtClean="0">
                              <a:latin typeface="Cambria Math" panose="02040503050406030204" pitchFamily="18" charset="0"/>
                            </a:rPr>
                            <m:t>λ</m:t>
                          </m:r>
                        </m:e>
                      </m:d>
                      <m:r>
                        <a:rPr lang="it-IT" b="0" i="1" smtClean="0">
                          <a:latin typeface="Cambria Math" panose="02040503050406030204" pitchFamily="18" charset="0"/>
                        </a:rPr>
                        <m:t>∗</m:t>
                      </m:r>
                      <m:r>
                        <a:rPr lang="it-IT" b="0" i="1" smtClean="0">
                          <a:latin typeface="Cambria Math" panose="02040503050406030204" pitchFamily="18" charset="0"/>
                        </a:rPr>
                        <m:t>𝑅</m:t>
                      </m:r>
                      <m:r>
                        <a:rPr lang="it-IT" b="0" i="1" smtClean="0">
                          <a:latin typeface="Cambria Math" panose="02040503050406030204" pitchFamily="18" charset="0"/>
                        </a:rPr>
                        <m:t>∗</m:t>
                      </m:r>
                      <m:sSup>
                        <m:sSupPr>
                          <m:ctrlPr>
                            <a:rPr lang="it-IT" b="0" i="1" smtClean="0">
                              <a:latin typeface="Cambria Math" panose="02040503050406030204" pitchFamily="18" charset="0"/>
                            </a:rPr>
                          </m:ctrlPr>
                        </m:sSupPr>
                        <m:e>
                          <m:r>
                            <m:rPr>
                              <m:sty m:val="p"/>
                            </m:rPr>
                            <a:rPr lang="el-GR" b="0" i="1" smtClean="0">
                              <a:latin typeface="Cambria Math" panose="02040503050406030204" pitchFamily="18" charset="0"/>
                            </a:rPr>
                            <m:t>ω</m:t>
                          </m:r>
                        </m:e>
                        <m:sup>
                          <m:r>
                            <a:rPr lang="it-IT" b="0" i="1" smtClean="0">
                              <a:latin typeface="Cambria Math" panose="02040503050406030204" pitchFamily="18" charset="0"/>
                            </a:rPr>
                            <m:t>2</m:t>
                          </m:r>
                        </m:sup>
                      </m:sSup>
                    </m:oMath>
                  </m:oMathPara>
                </a14:m>
                <a:endParaRPr lang="it-IT" dirty="0"/>
              </a:p>
            </p:txBody>
          </p:sp>
        </mc:Choice>
        <mc:Fallback xmlns="">
          <p:sp>
            <p:nvSpPr>
              <p:cNvPr id="7" name="CasellaDiTesto 6">
                <a:extLst>
                  <a:ext uri="{FF2B5EF4-FFF2-40B4-BE49-F238E27FC236}">
                    <a16:creationId xmlns:a16="http://schemas.microsoft.com/office/drawing/2014/main" id="{EA6EB8B9-4F5A-2414-3853-71215A6D0B50}"/>
                  </a:ext>
                </a:extLst>
              </p:cNvPr>
              <p:cNvSpPr txBox="1">
                <a:spLocks noRot="1" noChangeAspect="1" noMove="1" noResize="1" noEditPoints="1" noAdjustHandles="1" noChangeArrowheads="1" noChangeShapeType="1" noTextEdit="1"/>
              </p:cNvSpPr>
              <p:nvPr/>
            </p:nvSpPr>
            <p:spPr>
              <a:xfrm>
                <a:off x="9341558" y="3508866"/>
                <a:ext cx="2406684" cy="276999"/>
              </a:xfrm>
              <a:prstGeom prst="rect">
                <a:avLst/>
              </a:prstGeom>
              <a:blipFill>
                <a:blip r:embed="rId4"/>
                <a:stretch>
                  <a:fillRect l="-1013" t="-4444" r="-759" b="-1555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CasellaDiTesto 7">
                <a:extLst>
                  <a:ext uri="{FF2B5EF4-FFF2-40B4-BE49-F238E27FC236}">
                    <a16:creationId xmlns:a16="http://schemas.microsoft.com/office/drawing/2014/main" id="{88BFE357-9EE7-DE2D-19CD-99695E0884E5}"/>
                  </a:ext>
                </a:extLst>
              </p:cNvPr>
              <p:cNvSpPr txBox="1"/>
              <p:nvPr/>
            </p:nvSpPr>
            <p:spPr>
              <a:xfrm>
                <a:off x="9921568" y="4044805"/>
                <a:ext cx="1362104"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𝜔</m:t>
                      </m:r>
                      <m:r>
                        <a:rPr lang="it-IT" b="0" i="1" smtClean="0">
                          <a:latin typeface="Cambria Math" panose="02040503050406030204" pitchFamily="18" charset="0"/>
                          <a:ea typeface="Cambria Math" panose="02040503050406030204" pitchFamily="18" charset="0"/>
                        </a:rPr>
                        <m:t>=</m:t>
                      </m:r>
                      <m:f>
                        <m:fPr>
                          <m:ctrlPr>
                            <a:rPr lang="it-IT" b="0" i="1" smtClean="0">
                              <a:latin typeface="Cambria Math" panose="02040503050406030204" pitchFamily="18" charset="0"/>
                              <a:ea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2∗</m:t>
                          </m:r>
                          <m:r>
                            <a:rPr lang="it-IT" b="0" i="1" smtClean="0">
                              <a:latin typeface="Cambria Math" panose="02040503050406030204" pitchFamily="18" charset="0"/>
                              <a:ea typeface="Cambria Math" panose="02040503050406030204" pitchFamily="18" charset="0"/>
                            </a:rPr>
                            <m:t>𝜋</m:t>
                          </m:r>
                          <m:r>
                            <a:rPr lang="it-IT" b="0" i="1" smtClean="0">
                              <a:latin typeface="Cambria Math" panose="02040503050406030204" pitchFamily="18" charset="0"/>
                              <a:ea typeface="Cambria Math" panose="02040503050406030204" pitchFamily="18" charset="0"/>
                            </a:rPr>
                            <m:t>∗</m:t>
                          </m:r>
                          <m:r>
                            <a:rPr lang="it-IT" b="0" i="1" smtClean="0">
                              <a:latin typeface="Cambria Math" panose="02040503050406030204" pitchFamily="18" charset="0"/>
                              <a:ea typeface="Cambria Math" panose="02040503050406030204" pitchFamily="18" charset="0"/>
                            </a:rPr>
                            <m:t>𝑛</m:t>
                          </m:r>
                        </m:num>
                        <m:den>
                          <m:r>
                            <a:rPr lang="it-IT" b="0" i="1" smtClean="0">
                              <a:latin typeface="Cambria Math" panose="02040503050406030204" pitchFamily="18" charset="0"/>
                              <a:ea typeface="Cambria Math" panose="02040503050406030204" pitchFamily="18" charset="0"/>
                            </a:rPr>
                            <m:t>60</m:t>
                          </m:r>
                        </m:den>
                      </m:f>
                    </m:oMath>
                  </m:oMathPara>
                </a14:m>
                <a:endParaRPr lang="it-IT" b="0" dirty="0">
                  <a:ea typeface="Cambria Math" panose="02040503050406030204" pitchFamily="18" charset="0"/>
                </a:endParaRPr>
              </a:p>
            </p:txBody>
          </p:sp>
        </mc:Choice>
        <mc:Fallback xmlns="">
          <p:sp>
            <p:nvSpPr>
              <p:cNvPr id="8" name="CasellaDiTesto 7">
                <a:extLst>
                  <a:ext uri="{FF2B5EF4-FFF2-40B4-BE49-F238E27FC236}">
                    <a16:creationId xmlns:a16="http://schemas.microsoft.com/office/drawing/2014/main" id="{88BFE357-9EE7-DE2D-19CD-99695E0884E5}"/>
                  </a:ext>
                </a:extLst>
              </p:cNvPr>
              <p:cNvSpPr txBox="1">
                <a:spLocks noRot="1" noChangeAspect="1" noMove="1" noResize="1" noEditPoints="1" noAdjustHandles="1" noChangeArrowheads="1" noChangeShapeType="1" noTextEdit="1"/>
              </p:cNvSpPr>
              <p:nvPr/>
            </p:nvSpPr>
            <p:spPr>
              <a:xfrm>
                <a:off x="9921568" y="4044805"/>
                <a:ext cx="1362104" cy="520399"/>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CasellaDiTesto 8">
                <a:extLst>
                  <a:ext uri="{FF2B5EF4-FFF2-40B4-BE49-F238E27FC236}">
                    <a16:creationId xmlns:a16="http://schemas.microsoft.com/office/drawing/2014/main" id="{D4B9E308-520C-507D-AA08-D9F4B97C2B0C}"/>
                  </a:ext>
                </a:extLst>
              </p:cNvPr>
              <p:cNvSpPr txBox="1"/>
              <p:nvPr/>
            </p:nvSpPr>
            <p:spPr>
              <a:xfrm>
                <a:off x="10002808" y="4697915"/>
                <a:ext cx="1199624" cy="524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it-IT" b="0" i="1" smtClean="0">
                          <a:latin typeface="Cambria Math" panose="02040503050406030204" pitchFamily="18" charset="0"/>
                        </a:rPr>
                        <m:t>𝑅</m:t>
                      </m:r>
                      <m:r>
                        <a:rPr lang="it-IT" b="0" i="1" smtClean="0">
                          <a:latin typeface="Cambria Math" panose="02040503050406030204" pitchFamily="18" charset="0"/>
                        </a:rPr>
                        <m:t>=</m:t>
                      </m:r>
                      <m:f>
                        <m:fPr>
                          <m:ctrlPr>
                            <a:rPr lang="it-IT" b="0" i="1" smtClean="0">
                              <a:latin typeface="Cambria Math" panose="02040503050406030204" pitchFamily="18" charset="0"/>
                            </a:rPr>
                          </m:ctrlPr>
                        </m:fPr>
                        <m:num>
                          <m:r>
                            <a:rPr lang="it-IT" b="0" i="1" smtClean="0">
                              <a:latin typeface="Cambria Math" panose="02040503050406030204" pitchFamily="18" charset="0"/>
                            </a:rPr>
                            <m:t>𝑆𝑡𝑟𝑜𝑘𝑒</m:t>
                          </m:r>
                        </m:num>
                        <m:den>
                          <m:r>
                            <a:rPr lang="it-IT" b="0" i="1" smtClean="0">
                              <a:latin typeface="Cambria Math" panose="02040503050406030204" pitchFamily="18" charset="0"/>
                            </a:rPr>
                            <m:t>2</m:t>
                          </m:r>
                        </m:den>
                      </m:f>
                    </m:oMath>
                  </m:oMathPara>
                </a14:m>
                <a:endParaRPr lang="it-IT" dirty="0"/>
              </a:p>
            </p:txBody>
          </p:sp>
        </mc:Choice>
        <mc:Fallback xmlns="">
          <p:sp>
            <p:nvSpPr>
              <p:cNvPr id="9" name="CasellaDiTesto 8">
                <a:extLst>
                  <a:ext uri="{FF2B5EF4-FFF2-40B4-BE49-F238E27FC236}">
                    <a16:creationId xmlns:a16="http://schemas.microsoft.com/office/drawing/2014/main" id="{D4B9E308-520C-507D-AA08-D9F4B97C2B0C}"/>
                  </a:ext>
                </a:extLst>
              </p:cNvPr>
              <p:cNvSpPr txBox="1">
                <a:spLocks noRot="1" noChangeAspect="1" noMove="1" noResize="1" noEditPoints="1" noAdjustHandles="1" noChangeArrowheads="1" noChangeShapeType="1" noTextEdit="1"/>
              </p:cNvSpPr>
              <p:nvPr/>
            </p:nvSpPr>
            <p:spPr>
              <a:xfrm>
                <a:off x="10002808" y="4697915"/>
                <a:ext cx="1199624" cy="524118"/>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CasellaDiTesto 9">
                <a:extLst>
                  <a:ext uri="{FF2B5EF4-FFF2-40B4-BE49-F238E27FC236}">
                    <a16:creationId xmlns:a16="http://schemas.microsoft.com/office/drawing/2014/main" id="{1EAC6F62-6641-9E83-E28B-2754A421351F}"/>
                  </a:ext>
                </a:extLst>
              </p:cNvPr>
              <p:cNvSpPr txBox="1"/>
              <p:nvPr/>
            </p:nvSpPr>
            <p:spPr>
              <a:xfrm>
                <a:off x="10092448" y="5345546"/>
                <a:ext cx="904903" cy="6090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it-IT" i="1" smtClean="0">
                          <a:latin typeface="Cambria Math" panose="02040503050406030204" pitchFamily="18" charset="0"/>
                          <a:ea typeface="Cambria Math" panose="02040503050406030204" pitchFamily="18" charset="0"/>
                        </a:rPr>
                        <m:t>𝜆</m:t>
                      </m:r>
                      <m:r>
                        <a:rPr lang="it-IT" b="0" i="1" smtClean="0">
                          <a:latin typeface="Cambria Math" panose="02040503050406030204" pitchFamily="18" charset="0"/>
                          <a:ea typeface="Cambria Math" panose="02040503050406030204" pitchFamily="18" charset="0"/>
                        </a:rPr>
                        <m:t>=</m:t>
                      </m:r>
                      <m:f>
                        <m:fPr>
                          <m:ctrlPr>
                            <a:rPr lang="it-IT" b="0" i="1" smtClean="0">
                              <a:latin typeface="Cambria Math" panose="02040503050406030204" pitchFamily="18" charset="0"/>
                              <a:ea typeface="Cambria Math" panose="02040503050406030204" pitchFamily="18" charset="0"/>
                            </a:rPr>
                          </m:ctrlPr>
                        </m:fPr>
                        <m:num>
                          <m:r>
                            <a:rPr lang="it-IT" b="0" i="1" smtClean="0">
                              <a:latin typeface="Cambria Math" panose="02040503050406030204" pitchFamily="18" charset="0"/>
                              <a:ea typeface="Cambria Math" panose="02040503050406030204" pitchFamily="18" charset="0"/>
                            </a:rPr>
                            <m:t>𝑅</m:t>
                          </m:r>
                        </m:num>
                        <m:den>
                          <m:r>
                            <a:rPr lang="it-IT" b="0" i="1" smtClean="0">
                              <a:latin typeface="Cambria Math" panose="02040503050406030204" pitchFamily="18" charset="0"/>
                              <a:ea typeface="Cambria Math" panose="02040503050406030204" pitchFamily="18" charset="0"/>
                            </a:rPr>
                            <m:t>𝐿</m:t>
                          </m:r>
                        </m:den>
                      </m:f>
                    </m:oMath>
                  </m:oMathPara>
                </a14:m>
                <a:endParaRPr lang="it-IT" dirty="0"/>
              </a:p>
            </p:txBody>
          </p:sp>
        </mc:Choice>
        <mc:Fallback xmlns="">
          <p:sp>
            <p:nvSpPr>
              <p:cNvPr id="10" name="CasellaDiTesto 9">
                <a:extLst>
                  <a:ext uri="{FF2B5EF4-FFF2-40B4-BE49-F238E27FC236}">
                    <a16:creationId xmlns:a16="http://schemas.microsoft.com/office/drawing/2014/main" id="{1EAC6F62-6641-9E83-E28B-2754A421351F}"/>
                  </a:ext>
                </a:extLst>
              </p:cNvPr>
              <p:cNvSpPr txBox="1">
                <a:spLocks noRot="1" noChangeAspect="1" noMove="1" noResize="1" noEditPoints="1" noAdjustHandles="1" noChangeArrowheads="1" noChangeShapeType="1" noTextEdit="1"/>
              </p:cNvSpPr>
              <p:nvPr/>
            </p:nvSpPr>
            <p:spPr>
              <a:xfrm>
                <a:off x="10092448" y="5345546"/>
                <a:ext cx="904903" cy="609077"/>
              </a:xfrm>
              <a:prstGeom prst="rect">
                <a:avLst/>
              </a:prstGeom>
              <a:blipFill>
                <a:blip r:embed="rId7"/>
                <a:stretch>
                  <a:fillRect/>
                </a:stretch>
              </a:blipFill>
            </p:spPr>
            <p:txBody>
              <a:bodyPr/>
              <a:lstStyle/>
              <a:p>
                <a:r>
                  <a:rPr lang="en-GB">
                    <a:noFill/>
                  </a:rPr>
                  <a:t> </a:t>
                </a:r>
              </a:p>
            </p:txBody>
          </p:sp>
        </mc:Fallback>
      </mc:AlternateContent>
      <p:pic>
        <p:nvPicPr>
          <p:cNvPr id="12" name="Immagine 11">
            <a:extLst>
              <a:ext uri="{FF2B5EF4-FFF2-40B4-BE49-F238E27FC236}">
                <a16:creationId xmlns:a16="http://schemas.microsoft.com/office/drawing/2014/main" id="{A0471687-27D5-7CCB-2D6F-E916EF69BD9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3758" y="2617811"/>
            <a:ext cx="8569482" cy="2791117"/>
          </a:xfrm>
          <a:prstGeom prst="rect">
            <a:avLst/>
          </a:prstGeom>
        </p:spPr>
      </p:pic>
      <p:sp>
        <p:nvSpPr>
          <p:cNvPr id="13" name="CasellaDiTesto 12">
            <a:extLst>
              <a:ext uri="{FF2B5EF4-FFF2-40B4-BE49-F238E27FC236}">
                <a16:creationId xmlns:a16="http://schemas.microsoft.com/office/drawing/2014/main" id="{2DB51DE1-7E72-6192-2241-27A7D9154497}"/>
              </a:ext>
            </a:extLst>
          </p:cNvPr>
          <p:cNvSpPr txBox="1"/>
          <p:nvPr/>
        </p:nvSpPr>
        <p:spPr>
          <a:xfrm>
            <a:off x="443758" y="818702"/>
            <a:ext cx="6098344" cy="646331"/>
          </a:xfrm>
          <a:prstGeom prst="rect">
            <a:avLst/>
          </a:prstGeom>
          <a:noFill/>
        </p:spPr>
        <p:txBody>
          <a:bodyPr wrap="square">
            <a:spAutoFit/>
          </a:bodyPr>
          <a:lstStyle/>
          <a:p>
            <a:r>
              <a:rPr lang="en-US" sz="3600" dirty="0">
                <a:latin typeface="Georgia" panose="02040502050405020303" pitchFamily="18" charset="0"/>
              </a:rPr>
              <a:t>Data Analysis </a:t>
            </a:r>
            <a:endParaRPr lang="it-IT" sz="3600" dirty="0">
              <a:latin typeface="Georgia" panose="02040502050405020303" pitchFamily="18" charset="0"/>
            </a:endParaRPr>
          </a:p>
        </p:txBody>
      </p:sp>
      <p:cxnSp>
        <p:nvCxnSpPr>
          <p:cNvPr id="14" name="Connettore diritto 13">
            <a:extLst>
              <a:ext uri="{FF2B5EF4-FFF2-40B4-BE49-F238E27FC236}">
                <a16:creationId xmlns:a16="http://schemas.microsoft.com/office/drawing/2014/main" id="{601E05BF-ADAE-EBBB-BD96-EA53E2BA0A6E}"/>
              </a:ext>
            </a:extLst>
          </p:cNvPr>
          <p:cNvCxnSpPr/>
          <p:nvPr/>
        </p:nvCxnSpPr>
        <p:spPr>
          <a:xfrm>
            <a:off x="9335726" y="2771509"/>
            <a:ext cx="2641173" cy="0"/>
          </a:xfrm>
          <a:prstGeom prst="line">
            <a:avLst/>
          </a:prstGeom>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8" name="CasellaDiTesto 17">
                <a:extLst>
                  <a:ext uri="{FF2B5EF4-FFF2-40B4-BE49-F238E27FC236}">
                    <a16:creationId xmlns:a16="http://schemas.microsoft.com/office/drawing/2014/main" id="{94BECE8F-88C5-30A0-052F-FEEDF5CE3F04}"/>
                  </a:ext>
                </a:extLst>
              </p:cNvPr>
              <p:cNvSpPr txBox="1"/>
              <p:nvPr/>
            </p:nvSpPr>
            <p:spPr>
              <a:xfrm>
                <a:off x="9335726" y="1555712"/>
                <a:ext cx="2040880" cy="299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it-IT"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𝑡𝑜𝑡</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𝑔𝑝</m:t>
                          </m:r>
                        </m:sub>
                      </m:sSub>
                      <m:r>
                        <a:rPr lang="it-IT" b="0" i="1" smtClean="0">
                          <a:latin typeface="Cambria Math" panose="02040503050406030204" pitchFamily="18" charset="0"/>
                        </a:rPr>
                        <m:t>−</m:t>
                      </m:r>
                      <m:sSub>
                        <m:sSubPr>
                          <m:ctrlPr>
                            <a:rPr lang="it-IT" b="0" i="1" smtClean="0">
                              <a:latin typeface="Cambria Math" panose="02040503050406030204" pitchFamily="18" charset="0"/>
                            </a:rPr>
                          </m:ctrlPr>
                        </m:sSubPr>
                        <m:e>
                          <m:r>
                            <a:rPr lang="it-IT" b="0" i="1" smtClean="0">
                              <a:latin typeface="Cambria Math" panose="02040503050406030204" pitchFamily="18" charset="0"/>
                            </a:rPr>
                            <m:t>𝐹</m:t>
                          </m:r>
                        </m:e>
                        <m:sub>
                          <m:r>
                            <a:rPr lang="it-IT" b="0" i="1" smtClean="0">
                              <a:latin typeface="Cambria Math" panose="02040503050406030204" pitchFamily="18" charset="0"/>
                            </a:rPr>
                            <m:t>𝑖</m:t>
                          </m:r>
                          <m:r>
                            <a:rPr lang="it-IT" b="0" i="1" smtClean="0">
                              <a:latin typeface="Cambria Math" panose="02040503050406030204" pitchFamily="18" charset="0"/>
                            </a:rPr>
                            <m:t>@1900</m:t>
                          </m:r>
                        </m:sub>
                      </m:sSub>
                    </m:oMath>
                  </m:oMathPara>
                </a14:m>
                <a:endParaRPr lang="it-IT" dirty="0"/>
              </a:p>
            </p:txBody>
          </p:sp>
        </mc:Choice>
        <mc:Fallback xmlns="">
          <p:sp>
            <p:nvSpPr>
              <p:cNvPr id="18" name="CasellaDiTesto 17">
                <a:extLst>
                  <a:ext uri="{FF2B5EF4-FFF2-40B4-BE49-F238E27FC236}">
                    <a16:creationId xmlns:a16="http://schemas.microsoft.com/office/drawing/2014/main" id="{94BECE8F-88C5-30A0-052F-FEEDF5CE3F04}"/>
                  </a:ext>
                </a:extLst>
              </p:cNvPr>
              <p:cNvSpPr txBox="1">
                <a:spLocks noRot="1" noChangeAspect="1" noMove="1" noResize="1" noEditPoints="1" noAdjustHandles="1" noChangeArrowheads="1" noChangeShapeType="1" noTextEdit="1"/>
              </p:cNvSpPr>
              <p:nvPr/>
            </p:nvSpPr>
            <p:spPr>
              <a:xfrm>
                <a:off x="9335726" y="1555712"/>
                <a:ext cx="2040880" cy="299569"/>
              </a:xfrm>
              <a:prstGeom prst="rect">
                <a:avLst/>
              </a:prstGeom>
              <a:blipFill>
                <a:blip r:embed="rId9"/>
                <a:stretch>
                  <a:fillRect l="-2090" r="-1493" b="-24490"/>
                </a:stretch>
              </a:blipFill>
            </p:spPr>
            <p:txBody>
              <a:bodyPr/>
              <a:lstStyle/>
              <a:p>
                <a:r>
                  <a:rPr lang="it-IT">
                    <a:noFill/>
                  </a:rPr>
                  <a:t> </a:t>
                </a:r>
              </a:p>
            </p:txBody>
          </p:sp>
        </mc:Fallback>
      </mc:AlternateContent>
    </p:spTree>
    <p:extLst>
      <p:ext uri="{BB962C8B-B14F-4D97-AF65-F5344CB8AC3E}">
        <p14:creationId xmlns:p14="http://schemas.microsoft.com/office/powerpoint/2010/main" val="1123627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reeform: Shape 1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CasellaDiTesto 2">
            <a:extLst>
              <a:ext uri="{FF2B5EF4-FFF2-40B4-BE49-F238E27FC236}">
                <a16:creationId xmlns:a16="http://schemas.microsoft.com/office/drawing/2014/main" id="{6E4C0ECB-7C1B-985C-6FC2-A62961D33711}"/>
              </a:ext>
            </a:extLst>
          </p:cNvPr>
          <p:cNvSpPr txBox="1"/>
          <p:nvPr/>
        </p:nvSpPr>
        <p:spPr>
          <a:xfrm>
            <a:off x="7919039" y="3751732"/>
            <a:ext cx="4057371" cy="523220"/>
          </a:xfrm>
          <a:prstGeom prst="rect">
            <a:avLst/>
          </a:prstGeom>
          <a:noFill/>
        </p:spPr>
        <p:txBody>
          <a:bodyPr wrap="square" rtlCol="0">
            <a:spAutoFit/>
          </a:bodyPr>
          <a:lstStyle/>
          <a:p>
            <a:r>
              <a:rPr lang="it-IT" sz="1400" dirty="0">
                <a:latin typeface="Georgia" panose="02040502050405020303" pitchFamily="18" charset="0"/>
              </a:rPr>
              <a:t>The </a:t>
            </a:r>
            <a:r>
              <a:rPr lang="it-IT" sz="1400" dirty="0" err="1">
                <a:latin typeface="Georgia" panose="02040502050405020303" pitchFamily="18" charset="0"/>
              </a:rPr>
              <a:t>asymmetry</a:t>
            </a:r>
            <a:r>
              <a:rPr lang="it-IT" sz="1400" dirty="0">
                <a:latin typeface="Georgia" panose="02040502050405020303" pitchFamily="18" charset="0"/>
              </a:rPr>
              <a:t> in the stress </a:t>
            </a:r>
            <a:r>
              <a:rPr lang="it-IT" sz="1400" dirty="0" err="1">
                <a:latin typeface="Georgia" panose="02040502050405020303" pitchFamily="18" charset="0"/>
              </a:rPr>
              <a:t>distribution</a:t>
            </a:r>
            <a:r>
              <a:rPr lang="it-IT" sz="1400" dirty="0">
                <a:latin typeface="Georgia" panose="02040502050405020303" pitchFamily="18" charset="0"/>
              </a:rPr>
              <a:t> </a:t>
            </a:r>
            <a:r>
              <a:rPr lang="it-IT" sz="1400" dirty="0" err="1">
                <a:latin typeface="Georgia" panose="02040502050405020303" pitchFamily="18" charset="0"/>
              </a:rPr>
              <a:t>could</a:t>
            </a:r>
            <a:r>
              <a:rPr lang="it-IT" sz="1400" dirty="0">
                <a:latin typeface="Georgia" panose="02040502050405020303" pitchFamily="18" charset="0"/>
              </a:rPr>
              <a:t> be </a:t>
            </a:r>
            <a:r>
              <a:rPr lang="it-IT" sz="1400" dirty="0" err="1">
                <a:latin typeface="Georgia" panose="02040502050405020303" pitchFamily="18" charset="0"/>
              </a:rPr>
              <a:t>determined</a:t>
            </a:r>
            <a:r>
              <a:rPr lang="it-IT" sz="1400" dirty="0">
                <a:latin typeface="Georgia" panose="02040502050405020303" pitchFamily="18" charset="0"/>
              </a:rPr>
              <a:t> by a </a:t>
            </a:r>
            <a:r>
              <a:rPr lang="it-IT" sz="1400" dirty="0" err="1">
                <a:latin typeface="Georgia" panose="02040502050405020303" pitchFamily="18" charset="0"/>
              </a:rPr>
              <a:t>different</a:t>
            </a:r>
            <a:r>
              <a:rPr lang="it-IT" sz="1400" dirty="0">
                <a:latin typeface="Georgia" panose="02040502050405020303" pitchFamily="18" charset="0"/>
              </a:rPr>
              <a:t> mesh </a:t>
            </a:r>
            <a:r>
              <a:rPr lang="it-IT" sz="1400" dirty="0" err="1">
                <a:latin typeface="Georgia" panose="02040502050405020303" pitchFamily="18" charset="0"/>
              </a:rPr>
              <a:t>configuration</a:t>
            </a:r>
            <a:endParaRPr lang="it-IT" sz="1400" dirty="0">
              <a:latin typeface="Georgia" panose="02040502050405020303" pitchFamily="18" charset="0"/>
            </a:endParaRPr>
          </a:p>
        </p:txBody>
      </p:sp>
      <p:sp>
        <p:nvSpPr>
          <p:cNvPr id="9" name="CasellaDiTesto 8">
            <a:extLst>
              <a:ext uri="{FF2B5EF4-FFF2-40B4-BE49-F238E27FC236}">
                <a16:creationId xmlns:a16="http://schemas.microsoft.com/office/drawing/2014/main" id="{D7D85244-8A95-B164-6C71-7B515D41CCB3}"/>
              </a:ext>
            </a:extLst>
          </p:cNvPr>
          <p:cNvSpPr txBox="1"/>
          <p:nvPr/>
        </p:nvSpPr>
        <p:spPr>
          <a:xfrm>
            <a:off x="707917" y="980885"/>
            <a:ext cx="5781822" cy="523220"/>
          </a:xfrm>
          <a:prstGeom prst="rect">
            <a:avLst/>
          </a:prstGeom>
          <a:noFill/>
        </p:spPr>
        <p:txBody>
          <a:bodyPr wrap="square" rtlCol="0">
            <a:spAutoFit/>
          </a:bodyPr>
          <a:lstStyle/>
          <a:p>
            <a:r>
              <a:rPr lang="it-IT" sz="2800" dirty="0" err="1">
                <a:latin typeface="Georgia" panose="02040502050405020303" pitchFamily="18" charset="0"/>
              </a:rPr>
              <a:t>Inertia</a:t>
            </a:r>
            <a:r>
              <a:rPr lang="it-IT" sz="2800" dirty="0">
                <a:latin typeface="Georgia" panose="02040502050405020303" pitchFamily="18" charset="0"/>
              </a:rPr>
              <a:t> force</a:t>
            </a:r>
          </a:p>
        </p:txBody>
      </p:sp>
      <p:sp>
        <p:nvSpPr>
          <p:cNvPr id="10" name="CasellaDiTesto 9">
            <a:extLst>
              <a:ext uri="{FF2B5EF4-FFF2-40B4-BE49-F238E27FC236}">
                <a16:creationId xmlns:a16="http://schemas.microsoft.com/office/drawing/2014/main" id="{E8CDBDB6-E786-E470-123C-A1200FA930EB}"/>
              </a:ext>
            </a:extLst>
          </p:cNvPr>
          <p:cNvSpPr txBox="1"/>
          <p:nvPr/>
        </p:nvSpPr>
        <p:spPr>
          <a:xfrm>
            <a:off x="672358" y="211444"/>
            <a:ext cx="5781822" cy="707886"/>
          </a:xfrm>
          <a:prstGeom prst="rect">
            <a:avLst/>
          </a:prstGeom>
          <a:noFill/>
        </p:spPr>
        <p:txBody>
          <a:bodyPr wrap="square" rtlCol="0">
            <a:spAutoFit/>
          </a:bodyPr>
          <a:lstStyle/>
          <a:p>
            <a:r>
              <a:rPr lang="it-IT" sz="4000" dirty="0">
                <a:latin typeface="Georgia" panose="02040502050405020303" pitchFamily="18" charset="0"/>
              </a:rPr>
              <a:t>Stress state</a:t>
            </a:r>
          </a:p>
        </p:txBody>
      </p:sp>
      <p:pic>
        <p:nvPicPr>
          <p:cNvPr id="11" name="Immagine 10" descr="Immagine che contiene occhiali, occhialidiprotezione&#10;&#10;Descrizione generata automaticamente">
            <a:extLst>
              <a:ext uri="{FF2B5EF4-FFF2-40B4-BE49-F238E27FC236}">
                <a16:creationId xmlns:a16="http://schemas.microsoft.com/office/drawing/2014/main" id="{813A633F-5097-ACB9-4F9B-2361CEAFD7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7917" y="1665856"/>
            <a:ext cx="6421429" cy="2433452"/>
          </a:xfrm>
          <a:prstGeom prst="rect">
            <a:avLst/>
          </a:prstGeom>
        </p:spPr>
      </p:pic>
      <p:pic>
        <p:nvPicPr>
          <p:cNvPr id="12" name="Immagine 11" descr="Immagine che contiene colorato&#10;&#10;Descrizione generata automaticamente">
            <a:extLst>
              <a:ext uri="{FF2B5EF4-FFF2-40B4-BE49-F238E27FC236}">
                <a16:creationId xmlns:a16="http://schemas.microsoft.com/office/drawing/2014/main" id="{7C412230-CDCB-F25D-465F-0B8FD4D1BC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917" y="4261060"/>
            <a:ext cx="6324786" cy="2385496"/>
          </a:xfrm>
          <a:prstGeom prst="rect">
            <a:avLst/>
          </a:prstGeom>
        </p:spPr>
      </p:pic>
      <p:pic>
        <p:nvPicPr>
          <p:cNvPr id="13" name="Immagine 12" descr="Immagine che contiene mappa&#10;&#10;Descrizione generata automaticamente">
            <a:extLst>
              <a:ext uri="{FF2B5EF4-FFF2-40B4-BE49-F238E27FC236}">
                <a16:creationId xmlns:a16="http://schemas.microsoft.com/office/drawing/2014/main" id="{4E696ACA-403A-4673-CD11-092CDA208FF6}"/>
              </a:ext>
            </a:extLst>
          </p:cNvPr>
          <p:cNvPicPr>
            <a:picLocks noChangeAspect="1"/>
          </p:cNvPicPr>
          <p:nvPr/>
        </p:nvPicPr>
        <p:blipFill rotWithShape="1">
          <a:blip r:embed="rId4">
            <a:extLst>
              <a:ext uri="{28A0092B-C50C-407E-A947-70E740481C1C}">
                <a14:useLocalDpi xmlns:a14="http://schemas.microsoft.com/office/drawing/2010/main" val="0"/>
              </a:ext>
            </a:extLst>
          </a:blip>
          <a:srcRect l="27183" t="5807" r="17343" b="-5807"/>
          <a:stretch/>
        </p:blipFill>
        <p:spPr>
          <a:xfrm>
            <a:off x="8172342" y="4408452"/>
            <a:ext cx="3395190" cy="2238104"/>
          </a:xfrm>
          <a:prstGeom prst="rect">
            <a:avLst/>
          </a:prstGeom>
        </p:spPr>
      </p:pic>
      <p:sp>
        <p:nvSpPr>
          <p:cNvPr id="15" name="CasellaDiTesto 14">
            <a:extLst>
              <a:ext uri="{FF2B5EF4-FFF2-40B4-BE49-F238E27FC236}">
                <a16:creationId xmlns:a16="http://schemas.microsoft.com/office/drawing/2014/main" id="{9DB6573F-08BF-4891-A66B-240F74D60E2A}"/>
              </a:ext>
            </a:extLst>
          </p:cNvPr>
          <p:cNvSpPr txBox="1"/>
          <p:nvPr/>
        </p:nvSpPr>
        <p:spPr>
          <a:xfrm>
            <a:off x="8057366" y="1659443"/>
            <a:ext cx="2915433" cy="369332"/>
          </a:xfrm>
          <a:prstGeom prst="rect">
            <a:avLst/>
          </a:prstGeom>
          <a:noFill/>
        </p:spPr>
        <p:txBody>
          <a:bodyPr wrap="square">
            <a:spAutoFit/>
          </a:bodyPr>
          <a:lstStyle/>
          <a:p>
            <a:r>
              <a:rPr lang="it-IT" sz="1800" dirty="0">
                <a:latin typeface="Abadi Extra Light" panose="020B0204020104020204" pitchFamily="34" charset="0"/>
              </a:rPr>
              <a:t> </a:t>
            </a:r>
            <a:r>
              <a:rPr lang="it-IT" sz="1800" dirty="0">
                <a:latin typeface="Georgia" panose="02040502050405020303" pitchFamily="18" charset="0"/>
              </a:rPr>
              <a:t>Mesh </a:t>
            </a:r>
            <a:r>
              <a:rPr lang="it-IT" sz="1800" dirty="0" err="1">
                <a:latin typeface="Georgia" panose="02040502050405020303" pitchFamily="18" charset="0"/>
              </a:rPr>
              <a:t>element</a:t>
            </a:r>
            <a:r>
              <a:rPr lang="it-IT" sz="1800" dirty="0">
                <a:latin typeface="Georgia" panose="02040502050405020303" pitchFamily="18" charset="0"/>
              </a:rPr>
              <a:t> size: 4mm </a:t>
            </a:r>
          </a:p>
        </p:txBody>
      </p:sp>
      <p:sp>
        <p:nvSpPr>
          <p:cNvPr id="2" name="Freccia a destra 1">
            <a:extLst>
              <a:ext uri="{FF2B5EF4-FFF2-40B4-BE49-F238E27FC236}">
                <a16:creationId xmlns:a16="http://schemas.microsoft.com/office/drawing/2014/main" id="{A5FAEB5D-88BF-5215-1801-DFC06A26C71F}"/>
              </a:ext>
            </a:extLst>
          </p:cNvPr>
          <p:cNvSpPr/>
          <p:nvPr/>
        </p:nvSpPr>
        <p:spPr>
          <a:xfrm rot="10800000">
            <a:off x="7435114" y="1665856"/>
            <a:ext cx="622253" cy="3693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23901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descr="Immagine che contiene giocattolo, occhiali, occhialidiprotezione&#10;&#10;Descrizione generata automaticamente">
            <a:extLst>
              <a:ext uri="{FF2B5EF4-FFF2-40B4-BE49-F238E27FC236}">
                <a16:creationId xmlns:a16="http://schemas.microsoft.com/office/drawing/2014/main" id="{E40F27E5-EE01-98FD-E7AA-DE3AF5CAF0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811" y="900529"/>
            <a:ext cx="5654739" cy="2142909"/>
          </a:xfrm>
          <a:prstGeom prst="rect">
            <a:avLst/>
          </a:prstGeom>
        </p:spPr>
      </p:pic>
      <p:pic>
        <p:nvPicPr>
          <p:cNvPr id="7" name="Immagine 6" descr="Immagine che contiene giocattolo, occhiali&#10;&#10;Descrizione generata automaticamente">
            <a:extLst>
              <a:ext uri="{FF2B5EF4-FFF2-40B4-BE49-F238E27FC236}">
                <a16:creationId xmlns:a16="http://schemas.microsoft.com/office/drawing/2014/main" id="{0AE32D06-E797-606D-E39F-1C2A6F951E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72418" y="4055465"/>
            <a:ext cx="5643188" cy="2142909"/>
          </a:xfrm>
          <a:prstGeom prst="rect">
            <a:avLst/>
          </a:prstGeom>
        </p:spPr>
      </p:pic>
      <p:pic>
        <p:nvPicPr>
          <p:cNvPr id="9" name="Immagine 8">
            <a:extLst>
              <a:ext uri="{FF2B5EF4-FFF2-40B4-BE49-F238E27FC236}">
                <a16:creationId xmlns:a16="http://schemas.microsoft.com/office/drawing/2014/main" id="{BF3556AF-85A7-CCD6-0047-7C6420768C33}"/>
              </a:ext>
            </a:extLst>
          </p:cNvPr>
          <p:cNvPicPr>
            <a:picLocks noChangeAspect="1"/>
          </p:cNvPicPr>
          <p:nvPr/>
        </p:nvPicPr>
        <p:blipFill rotWithShape="1">
          <a:blip r:embed="rId4">
            <a:extLst>
              <a:ext uri="{28A0092B-C50C-407E-A947-70E740481C1C}">
                <a14:useLocalDpi xmlns:a14="http://schemas.microsoft.com/office/drawing/2010/main" val="0"/>
              </a:ext>
            </a:extLst>
          </a:blip>
          <a:srcRect l="34541" r="27295"/>
          <a:stretch/>
        </p:blipFill>
        <p:spPr>
          <a:xfrm>
            <a:off x="9636041" y="4050210"/>
            <a:ext cx="2142910" cy="2142910"/>
          </a:xfrm>
          <a:prstGeom prst="rect">
            <a:avLst/>
          </a:prstGeom>
        </p:spPr>
      </p:pic>
      <p:pic>
        <p:nvPicPr>
          <p:cNvPr id="13" name="Immagine 12" descr="Immagine che contiene testo&#10;&#10;Descrizione generata automaticamente">
            <a:extLst>
              <a:ext uri="{FF2B5EF4-FFF2-40B4-BE49-F238E27FC236}">
                <a16:creationId xmlns:a16="http://schemas.microsoft.com/office/drawing/2014/main" id="{544759D3-746E-6CE9-AD0B-4BA740026A67}"/>
              </a:ext>
            </a:extLst>
          </p:cNvPr>
          <p:cNvPicPr>
            <a:picLocks noChangeAspect="1"/>
          </p:cNvPicPr>
          <p:nvPr/>
        </p:nvPicPr>
        <p:blipFill rotWithShape="1">
          <a:blip r:embed="rId5">
            <a:extLst>
              <a:ext uri="{28A0092B-C50C-407E-A947-70E740481C1C}">
                <a14:useLocalDpi xmlns:a14="http://schemas.microsoft.com/office/drawing/2010/main" val="0"/>
              </a:ext>
            </a:extLst>
          </a:blip>
          <a:srcRect l="22682" r="39626"/>
          <a:stretch/>
        </p:blipFill>
        <p:spPr>
          <a:xfrm>
            <a:off x="6216435" y="896152"/>
            <a:ext cx="2139545" cy="2139545"/>
          </a:xfrm>
          <a:prstGeom prst="rect">
            <a:avLst/>
          </a:prstGeom>
        </p:spPr>
      </p:pic>
      <p:sp>
        <p:nvSpPr>
          <p:cNvPr id="14" name="CasellaDiTesto 13">
            <a:extLst>
              <a:ext uri="{FF2B5EF4-FFF2-40B4-BE49-F238E27FC236}">
                <a16:creationId xmlns:a16="http://schemas.microsoft.com/office/drawing/2014/main" id="{7C3CF46D-BE38-3C51-09BF-D5E3B683D3DD}"/>
              </a:ext>
            </a:extLst>
          </p:cNvPr>
          <p:cNvSpPr txBox="1"/>
          <p:nvPr/>
        </p:nvSpPr>
        <p:spPr>
          <a:xfrm>
            <a:off x="8462972" y="896152"/>
            <a:ext cx="3729027" cy="369332"/>
          </a:xfrm>
          <a:prstGeom prst="rect">
            <a:avLst/>
          </a:prstGeom>
          <a:noFill/>
        </p:spPr>
        <p:txBody>
          <a:bodyPr wrap="square" rtlCol="0">
            <a:spAutoFit/>
          </a:bodyPr>
          <a:lstStyle/>
          <a:p>
            <a:r>
              <a:rPr lang="it-IT" sz="1400" dirty="0">
                <a:latin typeface="Abadi Extra Light" panose="020B0204020104020204" pitchFamily="34" charset="0"/>
              </a:rPr>
              <a:t>                  </a:t>
            </a:r>
            <a:r>
              <a:rPr lang="it-IT" dirty="0">
                <a:latin typeface="Georgia" panose="02040502050405020303" pitchFamily="18" charset="0"/>
              </a:rPr>
              <a:t>Mesh </a:t>
            </a:r>
            <a:r>
              <a:rPr lang="it-IT" dirty="0" err="1">
                <a:latin typeface="Georgia" panose="02040502050405020303" pitchFamily="18" charset="0"/>
              </a:rPr>
              <a:t>element</a:t>
            </a:r>
            <a:r>
              <a:rPr lang="it-IT" dirty="0">
                <a:latin typeface="Georgia" panose="02040502050405020303" pitchFamily="18" charset="0"/>
              </a:rPr>
              <a:t> size: 2mm</a:t>
            </a:r>
          </a:p>
        </p:txBody>
      </p:sp>
      <p:sp>
        <p:nvSpPr>
          <p:cNvPr id="18" name="CasellaDiTesto 17">
            <a:extLst>
              <a:ext uri="{FF2B5EF4-FFF2-40B4-BE49-F238E27FC236}">
                <a16:creationId xmlns:a16="http://schemas.microsoft.com/office/drawing/2014/main" id="{FD973EC3-F765-C139-62E0-19577EA10E3C}"/>
              </a:ext>
            </a:extLst>
          </p:cNvPr>
          <p:cNvSpPr txBox="1"/>
          <p:nvPr/>
        </p:nvSpPr>
        <p:spPr>
          <a:xfrm>
            <a:off x="258706" y="4050210"/>
            <a:ext cx="3143872" cy="369332"/>
          </a:xfrm>
          <a:prstGeom prst="rect">
            <a:avLst/>
          </a:prstGeom>
          <a:noFill/>
        </p:spPr>
        <p:txBody>
          <a:bodyPr wrap="square">
            <a:spAutoFit/>
          </a:bodyPr>
          <a:lstStyle/>
          <a:p>
            <a:r>
              <a:rPr lang="it-IT" dirty="0">
                <a:latin typeface="Georgia" panose="02040502050405020303" pitchFamily="18" charset="0"/>
              </a:rPr>
              <a:t>Mesh </a:t>
            </a:r>
            <a:r>
              <a:rPr lang="it-IT" dirty="0" err="1">
                <a:latin typeface="Georgia" panose="02040502050405020303" pitchFamily="18" charset="0"/>
              </a:rPr>
              <a:t>element</a:t>
            </a:r>
            <a:r>
              <a:rPr lang="it-IT" dirty="0">
                <a:latin typeface="Georgia" panose="02040502050405020303" pitchFamily="18" charset="0"/>
              </a:rPr>
              <a:t> size: 8mm  </a:t>
            </a:r>
            <a:endParaRPr lang="it-IT" sz="1400" dirty="0">
              <a:latin typeface="Abadi Extra Light" panose="020B0204020104020204" pitchFamily="34" charset="0"/>
            </a:endParaRPr>
          </a:p>
        </p:txBody>
      </p:sp>
      <p:sp>
        <p:nvSpPr>
          <p:cNvPr id="2" name="Freccia a destra 1">
            <a:extLst>
              <a:ext uri="{FF2B5EF4-FFF2-40B4-BE49-F238E27FC236}">
                <a16:creationId xmlns:a16="http://schemas.microsoft.com/office/drawing/2014/main" id="{14BC1A04-6906-8B64-9A6B-B56274B8A073}"/>
              </a:ext>
            </a:extLst>
          </p:cNvPr>
          <p:cNvSpPr/>
          <p:nvPr/>
        </p:nvSpPr>
        <p:spPr>
          <a:xfrm rot="10800000">
            <a:off x="8616176" y="896152"/>
            <a:ext cx="698810" cy="3693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Freccia a destra 3">
            <a:extLst>
              <a:ext uri="{FF2B5EF4-FFF2-40B4-BE49-F238E27FC236}">
                <a16:creationId xmlns:a16="http://schemas.microsoft.com/office/drawing/2014/main" id="{79579E4F-88AC-7CDA-9289-83C5772FB73C}"/>
              </a:ext>
            </a:extLst>
          </p:cNvPr>
          <p:cNvSpPr/>
          <p:nvPr/>
        </p:nvSpPr>
        <p:spPr>
          <a:xfrm>
            <a:off x="3053173" y="4050210"/>
            <a:ext cx="698810" cy="36933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3720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0E3596DD-156A-473E-9BB3-C6A29F757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Freeform: Shape 10">
            <a:extLst>
              <a:ext uri="{FF2B5EF4-FFF2-40B4-BE49-F238E27FC236}">
                <a16:creationId xmlns:a16="http://schemas.microsoft.com/office/drawing/2014/main" id="{2C46C4D6-C474-4E92-B52E-944C1118F7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CasellaDiTesto 1">
            <a:extLst>
              <a:ext uri="{FF2B5EF4-FFF2-40B4-BE49-F238E27FC236}">
                <a16:creationId xmlns:a16="http://schemas.microsoft.com/office/drawing/2014/main" id="{C77681D4-AA47-6B84-C612-6F2D92BDD5C8}"/>
              </a:ext>
            </a:extLst>
          </p:cNvPr>
          <p:cNvSpPr txBox="1"/>
          <p:nvPr/>
        </p:nvSpPr>
        <p:spPr>
          <a:xfrm>
            <a:off x="707917" y="276013"/>
            <a:ext cx="5781822" cy="646331"/>
          </a:xfrm>
          <a:prstGeom prst="rect">
            <a:avLst/>
          </a:prstGeom>
          <a:noFill/>
        </p:spPr>
        <p:txBody>
          <a:bodyPr wrap="square" rtlCol="0">
            <a:spAutoFit/>
          </a:bodyPr>
          <a:lstStyle/>
          <a:p>
            <a:r>
              <a:rPr lang="it-IT" sz="3600" dirty="0">
                <a:latin typeface="Georgia" panose="02040502050405020303" pitchFamily="18" charset="0"/>
              </a:rPr>
              <a:t>Gas pressure force</a:t>
            </a:r>
          </a:p>
        </p:txBody>
      </p:sp>
      <p:pic>
        <p:nvPicPr>
          <p:cNvPr id="4" name="Immagine 3">
            <a:extLst>
              <a:ext uri="{FF2B5EF4-FFF2-40B4-BE49-F238E27FC236}">
                <a16:creationId xmlns:a16="http://schemas.microsoft.com/office/drawing/2014/main" id="{B1F00337-82C4-640C-6764-D38FA0D2B22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07917" y="1296766"/>
            <a:ext cx="7006862" cy="2679516"/>
          </a:xfrm>
          <a:prstGeom prst="rect">
            <a:avLst/>
          </a:prstGeom>
        </p:spPr>
      </p:pic>
      <p:pic>
        <p:nvPicPr>
          <p:cNvPr id="5" name="Immagine 4">
            <a:extLst>
              <a:ext uri="{FF2B5EF4-FFF2-40B4-BE49-F238E27FC236}">
                <a16:creationId xmlns:a16="http://schemas.microsoft.com/office/drawing/2014/main" id="{1F60B019-3078-3034-6068-0514DD490BAE}"/>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630645" y="4336029"/>
            <a:ext cx="5591240" cy="2108172"/>
          </a:xfrm>
          <a:prstGeom prst="rect">
            <a:avLst/>
          </a:prstGeom>
        </p:spPr>
      </p:pic>
      <p:sp>
        <p:nvSpPr>
          <p:cNvPr id="8" name="CasellaDiTesto 7">
            <a:extLst>
              <a:ext uri="{FF2B5EF4-FFF2-40B4-BE49-F238E27FC236}">
                <a16:creationId xmlns:a16="http://schemas.microsoft.com/office/drawing/2014/main" id="{2E4F018A-4357-38E1-D792-DD16C189A1BB}"/>
              </a:ext>
            </a:extLst>
          </p:cNvPr>
          <p:cNvSpPr txBox="1"/>
          <p:nvPr/>
        </p:nvSpPr>
        <p:spPr>
          <a:xfrm>
            <a:off x="8399357" y="1331813"/>
            <a:ext cx="3084726" cy="369332"/>
          </a:xfrm>
          <a:prstGeom prst="rect">
            <a:avLst/>
          </a:prstGeom>
          <a:noFill/>
        </p:spPr>
        <p:txBody>
          <a:bodyPr wrap="square">
            <a:spAutoFit/>
          </a:bodyPr>
          <a:lstStyle/>
          <a:p>
            <a:r>
              <a:rPr lang="it-IT" sz="1800" dirty="0">
                <a:latin typeface="Abadi Extra Light" panose="020B0204020104020204" pitchFamily="34" charset="0"/>
              </a:rPr>
              <a:t> </a:t>
            </a:r>
            <a:r>
              <a:rPr lang="it-IT" dirty="0">
                <a:latin typeface="Abadi Extra Light" panose="020B0204020104020204" pitchFamily="34" charset="0"/>
              </a:rPr>
              <a:t>    </a:t>
            </a:r>
            <a:r>
              <a:rPr lang="it-IT" sz="1800" dirty="0">
                <a:latin typeface="Georgia" panose="02040502050405020303" pitchFamily="18" charset="0"/>
              </a:rPr>
              <a:t>Mesh </a:t>
            </a:r>
            <a:r>
              <a:rPr lang="it-IT" sz="1800" dirty="0" err="1">
                <a:latin typeface="Georgia" panose="02040502050405020303" pitchFamily="18" charset="0"/>
              </a:rPr>
              <a:t>element</a:t>
            </a:r>
            <a:r>
              <a:rPr lang="it-IT" sz="1800" dirty="0">
                <a:latin typeface="Georgia" panose="02040502050405020303" pitchFamily="18" charset="0"/>
              </a:rPr>
              <a:t> size: 4mm </a:t>
            </a:r>
          </a:p>
        </p:txBody>
      </p:sp>
      <p:sp>
        <p:nvSpPr>
          <p:cNvPr id="3" name="Freccia a destra 2">
            <a:extLst>
              <a:ext uri="{FF2B5EF4-FFF2-40B4-BE49-F238E27FC236}">
                <a16:creationId xmlns:a16="http://schemas.microsoft.com/office/drawing/2014/main" id="{384C81B1-9853-1F9D-4295-7C4B38F46C2B}"/>
              </a:ext>
            </a:extLst>
          </p:cNvPr>
          <p:cNvSpPr/>
          <p:nvPr/>
        </p:nvSpPr>
        <p:spPr>
          <a:xfrm rot="10800000">
            <a:off x="7912252" y="1331813"/>
            <a:ext cx="692600" cy="3693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44055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E40F27E5-EE01-98FD-E7AA-DE3AF5CAF08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2811" y="905207"/>
            <a:ext cx="5643189" cy="2129178"/>
          </a:xfrm>
          <a:prstGeom prst="rect">
            <a:avLst/>
          </a:prstGeom>
        </p:spPr>
      </p:pic>
      <p:pic>
        <p:nvPicPr>
          <p:cNvPr id="7" name="Immagine 6">
            <a:extLst>
              <a:ext uri="{FF2B5EF4-FFF2-40B4-BE49-F238E27FC236}">
                <a16:creationId xmlns:a16="http://schemas.microsoft.com/office/drawing/2014/main" id="{0AE32D06-E797-606D-E39F-1C2A6F951E9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872418" y="4062330"/>
            <a:ext cx="5643188" cy="2129178"/>
          </a:xfrm>
          <a:prstGeom prst="rect">
            <a:avLst/>
          </a:prstGeom>
        </p:spPr>
      </p:pic>
      <p:pic>
        <p:nvPicPr>
          <p:cNvPr id="9" name="Immagine 8">
            <a:extLst>
              <a:ext uri="{FF2B5EF4-FFF2-40B4-BE49-F238E27FC236}">
                <a16:creationId xmlns:a16="http://schemas.microsoft.com/office/drawing/2014/main" id="{BF3556AF-85A7-CCD6-0047-7C6420768C33}"/>
              </a:ext>
            </a:extLst>
          </p:cNvPr>
          <p:cNvPicPr>
            <a:picLocks noChangeAspect="1"/>
          </p:cNvPicPr>
          <p:nvPr/>
        </p:nvPicPr>
        <p:blipFill rotWithShape="1">
          <a:blip r:embed="rId4">
            <a:extLst>
              <a:ext uri="{28A0092B-C50C-407E-A947-70E740481C1C}">
                <a14:useLocalDpi xmlns:a14="http://schemas.microsoft.com/office/drawing/2010/main" val="0"/>
              </a:ext>
            </a:extLst>
          </a:blip>
          <a:srcRect l="22256" r="39322"/>
          <a:stretch/>
        </p:blipFill>
        <p:spPr>
          <a:xfrm>
            <a:off x="9636041" y="4050210"/>
            <a:ext cx="2142910" cy="2142910"/>
          </a:xfrm>
          <a:prstGeom prst="rect">
            <a:avLst/>
          </a:prstGeom>
        </p:spPr>
      </p:pic>
      <p:pic>
        <p:nvPicPr>
          <p:cNvPr id="13" name="Immagine 12">
            <a:extLst>
              <a:ext uri="{FF2B5EF4-FFF2-40B4-BE49-F238E27FC236}">
                <a16:creationId xmlns:a16="http://schemas.microsoft.com/office/drawing/2014/main" id="{544759D3-746E-6CE9-AD0B-4BA740026A67}"/>
              </a:ext>
            </a:extLst>
          </p:cNvPr>
          <p:cNvPicPr>
            <a:picLocks noChangeAspect="1"/>
          </p:cNvPicPr>
          <p:nvPr/>
        </p:nvPicPr>
        <p:blipFill>
          <a:blip r:embed="rId5">
            <a:extLst>
              <a:ext uri="{28A0092B-C50C-407E-A947-70E740481C1C}">
                <a14:useLocalDpi xmlns:a14="http://schemas.microsoft.com/office/drawing/2010/main" val="0"/>
              </a:ext>
            </a:extLst>
          </a:blip>
          <a:srcRect l="31033" r="31033"/>
          <a:stretch/>
        </p:blipFill>
        <p:spPr>
          <a:xfrm>
            <a:off x="6216435" y="896152"/>
            <a:ext cx="2142910" cy="2142910"/>
          </a:xfrm>
          <a:prstGeom prst="rect">
            <a:avLst/>
          </a:prstGeom>
        </p:spPr>
      </p:pic>
      <p:sp>
        <p:nvSpPr>
          <p:cNvPr id="14" name="CasellaDiTesto 13">
            <a:extLst>
              <a:ext uri="{FF2B5EF4-FFF2-40B4-BE49-F238E27FC236}">
                <a16:creationId xmlns:a16="http://schemas.microsoft.com/office/drawing/2014/main" id="{7C3CF46D-BE38-3C51-09BF-D5E3B683D3DD}"/>
              </a:ext>
            </a:extLst>
          </p:cNvPr>
          <p:cNvSpPr txBox="1"/>
          <p:nvPr/>
        </p:nvSpPr>
        <p:spPr>
          <a:xfrm>
            <a:off x="9295598" y="905207"/>
            <a:ext cx="2896402" cy="369332"/>
          </a:xfrm>
          <a:prstGeom prst="rect">
            <a:avLst/>
          </a:prstGeom>
          <a:noFill/>
        </p:spPr>
        <p:txBody>
          <a:bodyPr wrap="square" rtlCol="0">
            <a:spAutoFit/>
          </a:bodyPr>
          <a:lstStyle/>
          <a:p>
            <a:r>
              <a:rPr lang="it-IT" dirty="0">
                <a:latin typeface="Georgia" panose="02040502050405020303" pitchFamily="18" charset="0"/>
              </a:rPr>
              <a:t>Mesh </a:t>
            </a:r>
            <a:r>
              <a:rPr lang="it-IT" dirty="0" err="1">
                <a:latin typeface="Georgia" panose="02040502050405020303" pitchFamily="18" charset="0"/>
              </a:rPr>
              <a:t>element</a:t>
            </a:r>
            <a:r>
              <a:rPr lang="it-IT" dirty="0">
                <a:latin typeface="Georgia" panose="02040502050405020303" pitchFamily="18" charset="0"/>
              </a:rPr>
              <a:t> size: 2mm </a:t>
            </a:r>
          </a:p>
        </p:txBody>
      </p:sp>
      <p:sp>
        <p:nvSpPr>
          <p:cNvPr id="18" name="CasellaDiTesto 17">
            <a:extLst>
              <a:ext uri="{FF2B5EF4-FFF2-40B4-BE49-F238E27FC236}">
                <a16:creationId xmlns:a16="http://schemas.microsoft.com/office/drawing/2014/main" id="{FD973EC3-F765-C139-62E0-19577EA10E3C}"/>
              </a:ext>
            </a:extLst>
          </p:cNvPr>
          <p:cNvSpPr txBox="1"/>
          <p:nvPr/>
        </p:nvSpPr>
        <p:spPr>
          <a:xfrm>
            <a:off x="258792" y="4050210"/>
            <a:ext cx="2840475" cy="369332"/>
          </a:xfrm>
          <a:prstGeom prst="rect">
            <a:avLst/>
          </a:prstGeom>
          <a:noFill/>
        </p:spPr>
        <p:txBody>
          <a:bodyPr wrap="square">
            <a:spAutoFit/>
          </a:bodyPr>
          <a:lstStyle/>
          <a:p>
            <a:r>
              <a:rPr lang="it-IT" sz="1400" dirty="0">
                <a:latin typeface="Abadi Extra Light" panose="020B0204020104020204" pitchFamily="34" charset="0"/>
              </a:rPr>
              <a:t> </a:t>
            </a:r>
            <a:r>
              <a:rPr lang="it-IT" dirty="0">
                <a:latin typeface="Georgia" panose="02040502050405020303" pitchFamily="18" charset="0"/>
              </a:rPr>
              <a:t>Mesh </a:t>
            </a:r>
            <a:r>
              <a:rPr lang="it-IT" dirty="0" err="1">
                <a:latin typeface="Georgia" panose="02040502050405020303" pitchFamily="18" charset="0"/>
              </a:rPr>
              <a:t>element</a:t>
            </a:r>
            <a:r>
              <a:rPr lang="it-IT" dirty="0">
                <a:latin typeface="Georgia" panose="02040502050405020303" pitchFamily="18" charset="0"/>
              </a:rPr>
              <a:t> size: 8mm </a:t>
            </a:r>
            <a:endParaRPr lang="it-IT" sz="1400" dirty="0">
              <a:latin typeface="Abadi Extra Light" panose="020B0204020104020204" pitchFamily="34" charset="0"/>
            </a:endParaRPr>
          </a:p>
        </p:txBody>
      </p:sp>
      <p:sp>
        <p:nvSpPr>
          <p:cNvPr id="2" name="Freccia a destra 1">
            <a:extLst>
              <a:ext uri="{FF2B5EF4-FFF2-40B4-BE49-F238E27FC236}">
                <a16:creationId xmlns:a16="http://schemas.microsoft.com/office/drawing/2014/main" id="{4C2925FA-5BA2-2778-C6A7-5F0B13A4B2ED}"/>
              </a:ext>
            </a:extLst>
          </p:cNvPr>
          <p:cNvSpPr/>
          <p:nvPr/>
        </p:nvSpPr>
        <p:spPr>
          <a:xfrm rot="10800000">
            <a:off x="8479780" y="917328"/>
            <a:ext cx="762353" cy="35721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Freccia a destra 2">
            <a:extLst>
              <a:ext uri="{FF2B5EF4-FFF2-40B4-BE49-F238E27FC236}">
                <a16:creationId xmlns:a16="http://schemas.microsoft.com/office/drawing/2014/main" id="{B042F437-427F-B32D-360B-A8E775895210}"/>
              </a:ext>
            </a:extLst>
          </p:cNvPr>
          <p:cNvSpPr/>
          <p:nvPr/>
        </p:nvSpPr>
        <p:spPr>
          <a:xfrm>
            <a:off x="3039049" y="4062330"/>
            <a:ext cx="773151" cy="36527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8842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2" name="Rectangle 5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5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asellaDiTesto 2">
            <a:extLst>
              <a:ext uri="{FF2B5EF4-FFF2-40B4-BE49-F238E27FC236}">
                <a16:creationId xmlns:a16="http://schemas.microsoft.com/office/drawing/2014/main" id="{FE36B717-29F5-EC5B-6080-7F0C95909390}"/>
              </a:ext>
            </a:extLst>
          </p:cNvPr>
          <p:cNvSpPr txBox="1"/>
          <p:nvPr/>
        </p:nvSpPr>
        <p:spPr>
          <a:xfrm>
            <a:off x="278515" y="1198418"/>
            <a:ext cx="4167270" cy="44611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600" kern="1200" dirty="0">
                <a:solidFill>
                  <a:srgbClr val="FFFFFF"/>
                </a:solidFill>
                <a:latin typeface="Georgia" panose="02040502050405020303" pitchFamily="18" charset="0"/>
                <a:ea typeface="+mj-ea"/>
                <a:cs typeface="+mj-cs"/>
              </a:rPr>
              <a:t>Critical analysis</a:t>
            </a:r>
          </a:p>
          <a:p>
            <a:pPr>
              <a:lnSpc>
                <a:spcPct val="90000"/>
              </a:lnSpc>
              <a:spcBef>
                <a:spcPct val="0"/>
              </a:spcBef>
              <a:spcAft>
                <a:spcPts val="600"/>
              </a:spcAft>
            </a:pPr>
            <a:endParaRPr lang="en-US" sz="3600" kern="1200" dirty="0">
              <a:solidFill>
                <a:srgbClr val="FFFFFF"/>
              </a:solidFill>
              <a:latin typeface="+mj-lt"/>
              <a:ea typeface="+mj-ea"/>
              <a:cs typeface="+mj-cs"/>
            </a:endParaRPr>
          </a:p>
        </p:txBody>
      </p:sp>
      <p:sp>
        <p:nvSpPr>
          <p:cNvPr id="64" name="Arc 5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5" name="CasellaDiTesto 64">
            <a:extLst>
              <a:ext uri="{FF2B5EF4-FFF2-40B4-BE49-F238E27FC236}">
                <a16:creationId xmlns:a16="http://schemas.microsoft.com/office/drawing/2014/main" id="{F537CEEA-B1C8-BB26-AFE6-1A913A1CE9BC}"/>
              </a:ext>
            </a:extLst>
          </p:cNvPr>
          <p:cNvSpPr txBox="1"/>
          <p:nvPr/>
        </p:nvSpPr>
        <p:spPr>
          <a:xfrm>
            <a:off x="4442739" y="1505744"/>
            <a:ext cx="6906491" cy="5585619"/>
          </a:xfrm>
          <a:prstGeom prst="rect">
            <a:avLst/>
          </a:prstGeom>
        </p:spPr>
        <p:txBody>
          <a:bodyPr vert="horz" lIns="91440" tIns="45720" rIns="91440" bIns="45720" rtlCol="0" anchor="ctr">
            <a:normAutofit/>
          </a:bodyPr>
          <a:lstStyle/>
          <a:p>
            <a:pPr marL="285750" indent="-228600">
              <a:lnSpc>
                <a:spcPct val="90000"/>
              </a:lnSpc>
              <a:spcAft>
                <a:spcPts val="600"/>
              </a:spcAft>
              <a:buFont typeface="Arial" panose="020B0604020202020204" pitchFamily="34" charset="0"/>
              <a:buChar char="•"/>
            </a:pPr>
            <a:r>
              <a:rPr lang="en-US" dirty="0">
                <a:latin typeface="Georgia" panose="02040502050405020303" pitchFamily="18" charset="0"/>
              </a:rPr>
              <a:t>Increasing the number of nodes in the mesh it is possible to have a more accurate identification of the critical point, because the software generate a better diagram of the stress distribution. Furthermore, the problem of the asymmetry highlighted in the previous slide is reduced by the increasing accuracy of the mesh.</a:t>
            </a:r>
          </a:p>
          <a:p>
            <a:pPr marL="285750" indent="-228600">
              <a:lnSpc>
                <a:spcPct val="90000"/>
              </a:lnSpc>
              <a:spcAft>
                <a:spcPts val="600"/>
              </a:spcAft>
              <a:buFont typeface="Arial" panose="020B0604020202020204" pitchFamily="34" charset="0"/>
              <a:buChar char="•"/>
            </a:pPr>
            <a:r>
              <a:rPr lang="en-US" dirty="0">
                <a:latin typeface="Georgia" panose="02040502050405020303" pitchFamily="18" charset="0"/>
              </a:rPr>
              <a:t>The most critical situation is the one where the rod is subjected to gas pressure force and this affects, particularly </a:t>
            </a:r>
            <a:r>
              <a:rPr lang="en-US">
                <a:latin typeface="Georgia" panose="02040502050405020303" pitchFamily="18" charset="0"/>
              </a:rPr>
              <a:t>the link </a:t>
            </a:r>
            <a:r>
              <a:rPr lang="en-US" dirty="0">
                <a:latin typeface="Georgia" panose="02040502050405020303" pitchFamily="18" charset="0"/>
              </a:rPr>
              <a:t>part between </a:t>
            </a:r>
            <a:r>
              <a:rPr lang="en-US">
                <a:latin typeface="Georgia" panose="02040502050405020303" pitchFamily="18" charset="0"/>
              </a:rPr>
              <a:t>the 2 </a:t>
            </a:r>
            <a:r>
              <a:rPr lang="en-US" dirty="0">
                <a:latin typeface="Georgia" panose="02040502050405020303" pitchFamily="18" charset="0"/>
              </a:rPr>
              <a:t>rings at the extremities; while in the case of inertia the most critical part, is located in the connection between </a:t>
            </a:r>
            <a:r>
              <a:rPr lang="en-US">
                <a:latin typeface="Georgia" panose="02040502050405020303" pitchFamily="18" charset="0"/>
              </a:rPr>
              <a:t>the 2 </a:t>
            </a:r>
            <a:r>
              <a:rPr lang="en-US" dirty="0">
                <a:latin typeface="Georgia" panose="02040502050405020303" pitchFamily="18" charset="0"/>
              </a:rPr>
              <a:t>part of the engine rod made by the screws. </a:t>
            </a:r>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a:p>
            <a:pPr indent="-228600">
              <a:lnSpc>
                <a:spcPct val="90000"/>
              </a:lnSpc>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233987273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TotalTime>
  <Words>645</Words>
  <Application>Microsoft Office PowerPoint</Application>
  <PresentationFormat>Widescreen</PresentationFormat>
  <Paragraphs>47</Paragraphs>
  <Slides>12</Slides>
  <Notes>1</Notes>
  <HiddenSlides>1</HiddenSlides>
  <MMClips>0</MMClips>
  <ScaleCrop>false</ScaleCrop>
  <HeadingPairs>
    <vt:vector size="6" baseType="variant">
      <vt:variant>
        <vt:lpstr>Caratteri utilizzati</vt:lpstr>
      </vt:variant>
      <vt:variant>
        <vt:i4>7</vt:i4>
      </vt:variant>
      <vt:variant>
        <vt:lpstr>Tema</vt:lpstr>
      </vt:variant>
      <vt:variant>
        <vt:i4>1</vt:i4>
      </vt:variant>
      <vt:variant>
        <vt:lpstr>Titoli diapositive</vt:lpstr>
      </vt:variant>
      <vt:variant>
        <vt:i4>12</vt:i4>
      </vt:variant>
    </vt:vector>
  </HeadingPairs>
  <TitlesOfParts>
    <vt:vector size="20" baseType="lpstr">
      <vt:lpstr>Abadi Extra Light</vt:lpstr>
      <vt:lpstr>Aptos</vt:lpstr>
      <vt:lpstr>Arial</vt:lpstr>
      <vt:lpstr>Calibri</vt:lpstr>
      <vt:lpstr>Calibri Light</vt:lpstr>
      <vt:lpstr>Cambria Math</vt:lpstr>
      <vt:lpstr>Georgia</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 rod</dc:title>
  <dc:creator>Tommaso Massone</dc:creator>
  <cp:lastModifiedBy>Tommaso Francesco Massone</cp:lastModifiedBy>
  <cp:revision>9</cp:revision>
  <dcterms:created xsi:type="dcterms:W3CDTF">2022-11-07T11:21:52Z</dcterms:created>
  <dcterms:modified xsi:type="dcterms:W3CDTF">2024-11-18T17:47:42Z</dcterms:modified>
</cp:coreProperties>
</file>