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3462F-ADD5-4116-AEB1-D68FC7E0AD6B}" v="219" dt="2024-11-16T17:56:30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maso Massone" userId="30f7c32bd57ce6fe" providerId="LiveId" clId="{3763462F-ADD5-4116-AEB1-D68FC7E0AD6B}"/>
    <pc:docChg chg="undo custSel modSld">
      <pc:chgData name="Tommaso Massone" userId="30f7c32bd57ce6fe" providerId="LiveId" clId="{3763462F-ADD5-4116-AEB1-D68FC7E0AD6B}" dt="2024-11-19T15:57:32.584" v="711" actId="1076"/>
      <pc:docMkLst>
        <pc:docMk/>
      </pc:docMkLst>
      <pc:sldChg chg="modSp mod setBg">
        <pc:chgData name="Tommaso Massone" userId="30f7c32bd57ce6fe" providerId="LiveId" clId="{3763462F-ADD5-4116-AEB1-D68FC7E0AD6B}" dt="2024-11-15T16:12:49.396" v="352"/>
        <pc:sldMkLst>
          <pc:docMk/>
          <pc:sldMk cId="2155589268" sldId="256"/>
        </pc:sldMkLst>
        <pc:spChg chg="mod">
          <ac:chgData name="Tommaso Massone" userId="30f7c32bd57ce6fe" providerId="LiveId" clId="{3763462F-ADD5-4116-AEB1-D68FC7E0AD6B}" dt="2024-11-05T11:12:20.925" v="52" actId="20577"/>
          <ac:spMkLst>
            <pc:docMk/>
            <pc:sldMk cId="2155589268" sldId="256"/>
            <ac:spMk id="2" creationId="{3F8C6F42-B8AD-FDE6-DFFD-9D72A85B0CEF}"/>
          </ac:spMkLst>
        </pc:spChg>
        <pc:spChg chg="mod">
          <ac:chgData name="Tommaso Massone" userId="30f7c32bd57ce6fe" providerId="LiveId" clId="{3763462F-ADD5-4116-AEB1-D68FC7E0AD6B}" dt="2024-11-15T16:08:27.136" v="56" actId="20577"/>
          <ac:spMkLst>
            <pc:docMk/>
            <pc:sldMk cId="2155589268" sldId="256"/>
            <ac:spMk id="4" creationId="{E5C5746B-0F53-4897-2A9A-29FD6FCBE2B5}"/>
          </ac:spMkLst>
        </pc:spChg>
      </pc:sldChg>
      <pc:sldChg chg="addSp delSp modSp mod">
        <pc:chgData name="Tommaso Massone" userId="30f7c32bd57ce6fe" providerId="LiveId" clId="{3763462F-ADD5-4116-AEB1-D68FC7E0AD6B}" dt="2024-11-18T17:56:11.916" v="618" actId="20577"/>
        <pc:sldMkLst>
          <pc:docMk/>
          <pc:sldMk cId="4242251862" sldId="257"/>
        </pc:sldMkLst>
        <pc:spChg chg="mod ord">
          <ac:chgData name="Tommaso Massone" userId="30f7c32bd57ce6fe" providerId="LiveId" clId="{3763462F-ADD5-4116-AEB1-D68FC7E0AD6B}" dt="2024-11-15T16:11:06.207" v="88" actId="1076"/>
          <ac:spMkLst>
            <pc:docMk/>
            <pc:sldMk cId="4242251862" sldId="257"/>
            <ac:spMk id="2" creationId="{E7DF88AD-5116-A48E-9DAB-E72BC52ACC4E}"/>
          </ac:spMkLst>
        </pc:spChg>
        <pc:spChg chg="mod ord">
          <ac:chgData name="Tommaso Massone" userId="30f7c32bd57ce6fe" providerId="LiveId" clId="{3763462F-ADD5-4116-AEB1-D68FC7E0AD6B}" dt="2024-11-18T17:56:11.916" v="618" actId="20577"/>
          <ac:spMkLst>
            <pc:docMk/>
            <pc:sldMk cId="4242251862" sldId="257"/>
            <ac:spMk id="3" creationId="{1729B62C-6820-AC45-E128-6FD014264644}"/>
          </ac:spMkLst>
        </pc:spChg>
        <pc:spChg chg="add del">
          <ac:chgData name="Tommaso Massone" userId="30f7c32bd57ce6fe" providerId="LiveId" clId="{3763462F-ADD5-4116-AEB1-D68FC7E0AD6B}" dt="2024-11-15T16:10:03.518" v="79" actId="26606"/>
          <ac:spMkLst>
            <pc:docMk/>
            <pc:sldMk cId="4242251862" sldId="257"/>
            <ac:spMk id="12" creationId="{08BC803E-13F3-4DAB-B17C-BEB0076164B7}"/>
          </ac:spMkLst>
        </pc:spChg>
        <pc:spChg chg="add del">
          <ac:chgData name="Tommaso Massone" userId="30f7c32bd57ce6fe" providerId="LiveId" clId="{3763462F-ADD5-4116-AEB1-D68FC7E0AD6B}" dt="2024-11-15T16:10:03.518" v="79" actId="26606"/>
          <ac:spMkLst>
            <pc:docMk/>
            <pc:sldMk cId="4242251862" sldId="257"/>
            <ac:spMk id="14" creationId="{B8DDE571-E57F-4AB5-83C7-30EB5DDCCAC7}"/>
          </ac:spMkLst>
        </pc:spChg>
        <pc:spChg chg="add del">
          <ac:chgData name="Tommaso Massone" userId="30f7c32bd57ce6fe" providerId="LiveId" clId="{3763462F-ADD5-4116-AEB1-D68FC7E0AD6B}" dt="2024-11-15T16:09:13.250" v="58" actId="26606"/>
          <ac:spMkLst>
            <pc:docMk/>
            <pc:sldMk cId="4242251862" sldId="257"/>
            <ac:spMk id="19" creationId="{53E60C6D-4E85-4E14-BCDF-BF15C241F7CA}"/>
          </ac:spMkLst>
        </pc:spChg>
        <pc:spChg chg="add del">
          <ac:chgData name="Tommaso Massone" userId="30f7c32bd57ce6fe" providerId="LiveId" clId="{3763462F-ADD5-4116-AEB1-D68FC7E0AD6B}" dt="2024-11-15T16:09:13.250" v="58" actId="26606"/>
          <ac:spMkLst>
            <pc:docMk/>
            <pc:sldMk cId="4242251862" sldId="257"/>
            <ac:spMk id="21" creationId="{7D42D292-4C48-479B-9E59-E29CD9871C0C}"/>
          </ac:spMkLst>
        </pc:spChg>
        <pc:spChg chg="add del">
          <ac:chgData name="Tommaso Massone" userId="30f7c32bd57ce6fe" providerId="LiveId" clId="{3763462F-ADD5-4116-AEB1-D68FC7E0AD6B}" dt="2024-11-15T16:09:13.250" v="58" actId="26606"/>
          <ac:spMkLst>
            <pc:docMk/>
            <pc:sldMk cId="4242251862" sldId="257"/>
            <ac:spMk id="23" creationId="{533DF362-939D-4EEE-8DC4-6B54607E5611}"/>
          </ac:spMkLst>
        </pc:spChg>
        <pc:spChg chg="add del">
          <ac:chgData name="Tommaso Massone" userId="30f7c32bd57ce6fe" providerId="LiveId" clId="{3763462F-ADD5-4116-AEB1-D68FC7E0AD6B}" dt="2024-11-15T16:09:15.417" v="60" actId="26606"/>
          <ac:spMkLst>
            <pc:docMk/>
            <pc:sldMk cId="4242251862" sldId="257"/>
            <ac:spMk id="25" creationId="{D2B783EE-0239-4717-BBEA-8C9EAC61C824}"/>
          </ac:spMkLst>
        </pc:spChg>
        <pc:spChg chg="add del">
          <ac:chgData name="Tommaso Massone" userId="30f7c32bd57ce6fe" providerId="LiveId" clId="{3763462F-ADD5-4116-AEB1-D68FC7E0AD6B}" dt="2024-11-15T16:09:15.417" v="60" actId="26606"/>
          <ac:spMkLst>
            <pc:docMk/>
            <pc:sldMk cId="4242251862" sldId="257"/>
            <ac:spMk id="26" creationId="{A7B99495-F43F-4D80-A44F-2CB4764EB90B}"/>
          </ac:spMkLst>
        </pc:spChg>
        <pc:spChg chg="add del">
          <ac:chgData name="Tommaso Massone" userId="30f7c32bd57ce6fe" providerId="LiveId" clId="{3763462F-ADD5-4116-AEB1-D68FC7E0AD6B}" dt="2024-11-15T16:09:15.417" v="60" actId="26606"/>
          <ac:spMkLst>
            <pc:docMk/>
            <pc:sldMk cId="4242251862" sldId="257"/>
            <ac:spMk id="27" creationId="{70BEB1E7-2F88-40BC-B73D-42E5B6F80BFC}"/>
          </ac:spMkLst>
        </pc:spChg>
        <pc:spChg chg="add del">
          <ac:chgData name="Tommaso Massone" userId="30f7c32bd57ce6fe" providerId="LiveId" clId="{3763462F-ADD5-4116-AEB1-D68FC7E0AD6B}" dt="2024-11-15T16:09:22.262" v="62" actId="26606"/>
          <ac:spMkLst>
            <pc:docMk/>
            <pc:sldMk cId="4242251862" sldId="257"/>
            <ac:spMk id="29" creationId="{53E60C6D-4E85-4E14-BCDF-BF15C241F7CA}"/>
          </ac:spMkLst>
        </pc:spChg>
        <pc:spChg chg="add del">
          <ac:chgData name="Tommaso Massone" userId="30f7c32bd57ce6fe" providerId="LiveId" clId="{3763462F-ADD5-4116-AEB1-D68FC7E0AD6B}" dt="2024-11-15T16:09:22.262" v="62" actId="26606"/>
          <ac:spMkLst>
            <pc:docMk/>
            <pc:sldMk cId="4242251862" sldId="257"/>
            <ac:spMk id="30" creationId="{7D42D292-4C48-479B-9E59-E29CD9871C0C}"/>
          </ac:spMkLst>
        </pc:spChg>
        <pc:spChg chg="add del">
          <ac:chgData name="Tommaso Massone" userId="30f7c32bd57ce6fe" providerId="LiveId" clId="{3763462F-ADD5-4116-AEB1-D68FC7E0AD6B}" dt="2024-11-15T16:09:22.262" v="62" actId="26606"/>
          <ac:spMkLst>
            <pc:docMk/>
            <pc:sldMk cId="4242251862" sldId="257"/>
            <ac:spMk id="31" creationId="{533DF362-939D-4EEE-8DC4-6B54607E5611}"/>
          </ac:spMkLst>
        </pc:spChg>
        <pc:spChg chg="add del">
          <ac:chgData name="Tommaso Massone" userId="30f7c32bd57ce6fe" providerId="LiveId" clId="{3763462F-ADD5-4116-AEB1-D68FC7E0AD6B}" dt="2024-11-15T16:09:24.809" v="64" actId="26606"/>
          <ac:spMkLst>
            <pc:docMk/>
            <pc:sldMk cId="4242251862" sldId="257"/>
            <ac:spMk id="33" creationId="{08BC803E-13F3-4DAB-B17C-BEB0076164B7}"/>
          </ac:spMkLst>
        </pc:spChg>
        <pc:spChg chg="add del">
          <ac:chgData name="Tommaso Massone" userId="30f7c32bd57ce6fe" providerId="LiveId" clId="{3763462F-ADD5-4116-AEB1-D68FC7E0AD6B}" dt="2024-11-15T16:09:24.809" v="64" actId="26606"/>
          <ac:spMkLst>
            <pc:docMk/>
            <pc:sldMk cId="4242251862" sldId="257"/>
            <ac:spMk id="34" creationId="{B8DDE571-E57F-4AB5-83C7-30EB5DDCCAC7}"/>
          </ac:spMkLst>
        </pc:spChg>
        <pc:spChg chg="add del">
          <ac:chgData name="Tommaso Massone" userId="30f7c32bd57ce6fe" providerId="LiveId" clId="{3763462F-ADD5-4116-AEB1-D68FC7E0AD6B}" dt="2024-11-15T16:09:26.390" v="66" actId="26606"/>
          <ac:spMkLst>
            <pc:docMk/>
            <pc:sldMk cId="4242251862" sldId="257"/>
            <ac:spMk id="36" creationId="{861AF017-741B-4CC0-B7C2-C9B94E5B81FF}"/>
          </ac:spMkLst>
        </pc:spChg>
        <pc:spChg chg="add del">
          <ac:chgData name="Tommaso Massone" userId="30f7c32bd57ce6fe" providerId="LiveId" clId="{3763462F-ADD5-4116-AEB1-D68FC7E0AD6B}" dt="2024-11-15T16:09:26.390" v="66" actId="26606"/>
          <ac:spMkLst>
            <pc:docMk/>
            <pc:sldMk cId="4242251862" sldId="257"/>
            <ac:spMk id="39" creationId="{5FC9E5C3-B8DC-4532-8C1F-4D5331C64C08}"/>
          </ac:spMkLst>
        </pc:spChg>
        <pc:spChg chg="add del">
          <ac:chgData name="Tommaso Massone" userId="30f7c32bd57ce6fe" providerId="LiveId" clId="{3763462F-ADD5-4116-AEB1-D68FC7E0AD6B}" dt="2024-11-15T16:09:38.110" v="68" actId="26606"/>
          <ac:spMkLst>
            <pc:docMk/>
            <pc:sldMk cId="4242251862" sldId="257"/>
            <ac:spMk id="41" creationId="{17891482-C38A-4F0C-8183-0121632F0E47}"/>
          </ac:spMkLst>
        </pc:spChg>
        <pc:spChg chg="add del">
          <ac:chgData name="Tommaso Massone" userId="30f7c32bd57ce6fe" providerId="LiveId" clId="{3763462F-ADD5-4116-AEB1-D68FC7E0AD6B}" dt="2024-11-15T16:09:38.110" v="68" actId="26606"/>
          <ac:spMkLst>
            <pc:docMk/>
            <pc:sldMk cId="4242251862" sldId="257"/>
            <ac:spMk id="42" creationId="{DA4B6E73-2318-4814-8EB1-306D53723691}"/>
          </ac:spMkLst>
        </pc:spChg>
        <pc:spChg chg="add del">
          <ac:chgData name="Tommaso Massone" userId="30f7c32bd57ce6fe" providerId="LiveId" clId="{3763462F-ADD5-4116-AEB1-D68FC7E0AD6B}" dt="2024-11-15T16:09:49.706" v="70" actId="26606"/>
          <ac:spMkLst>
            <pc:docMk/>
            <pc:sldMk cId="4242251862" sldId="257"/>
            <ac:spMk id="44" creationId="{231BF440-39FA-4087-84CC-2EEC0BBDAF29}"/>
          </ac:spMkLst>
        </pc:spChg>
        <pc:spChg chg="add del">
          <ac:chgData name="Tommaso Massone" userId="30f7c32bd57ce6fe" providerId="LiveId" clId="{3763462F-ADD5-4116-AEB1-D68FC7E0AD6B}" dt="2024-11-15T16:09:49.706" v="70" actId="26606"/>
          <ac:spMkLst>
            <pc:docMk/>
            <pc:sldMk cId="4242251862" sldId="257"/>
            <ac:spMk id="45" creationId="{F04E4CBA-303B-48BD-8451-C2701CB0EEBF}"/>
          </ac:spMkLst>
        </pc:spChg>
        <pc:spChg chg="add del">
          <ac:chgData name="Tommaso Massone" userId="30f7c32bd57ce6fe" providerId="LiveId" clId="{3763462F-ADD5-4116-AEB1-D68FC7E0AD6B}" dt="2024-11-15T16:09:49.706" v="70" actId="26606"/>
          <ac:spMkLst>
            <pc:docMk/>
            <pc:sldMk cId="4242251862" sldId="257"/>
            <ac:spMk id="46" creationId="{F6CA58B3-AFCC-4A40-9882-50D5080879B0}"/>
          </ac:spMkLst>
        </pc:spChg>
        <pc:spChg chg="add del">
          <ac:chgData name="Tommaso Massone" userId="30f7c32bd57ce6fe" providerId="LiveId" clId="{3763462F-ADD5-4116-AEB1-D68FC7E0AD6B}" dt="2024-11-15T16:09:49.706" v="70" actId="26606"/>
          <ac:spMkLst>
            <pc:docMk/>
            <pc:sldMk cId="4242251862" sldId="257"/>
            <ac:spMk id="47" creationId="{75C56826-D4E5-42ED-8529-079651CB3005}"/>
          </ac:spMkLst>
        </pc:spChg>
        <pc:spChg chg="add del">
          <ac:chgData name="Tommaso Massone" userId="30f7c32bd57ce6fe" providerId="LiveId" clId="{3763462F-ADD5-4116-AEB1-D68FC7E0AD6B}" dt="2024-11-15T16:09:49.706" v="70" actId="26606"/>
          <ac:spMkLst>
            <pc:docMk/>
            <pc:sldMk cId="4242251862" sldId="257"/>
            <ac:spMk id="48" creationId="{82095FCE-EF05-4443-B97A-85DEE3A5CA17}"/>
          </ac:spMkLst>
        </pc:spChg>
        <pc:spChg chg="add del">
          <ac:chgData name="Tommaso Massone" userId="30f7c32bd57ce6fe" providerId="LiveId" clId="{3763462F-ADD5-4116-AEB1-D68FC7E0AD6B}" dt="2024-11-15T16:09:49.706" v="70" actId="26606"/>
          <ac:spMkLst>
            <pc:docMk/>
            <pc:sldMk cId="4242251862" sldId="257"/>
            <ac:spMk id="49" creationId="{CA00AE6B-AA30-4CF8-BA6F-339B780AD76C}"/>
          </ac:spMkLst>
        </pc:spChg>
        <pc:spChg chg="add del">
          <ac:chgData name="Tommaso Massone" userId="30f7c32bd57ce6fe" providerId="LiveId" clId="{3763462F-ADD5-4116-AEB1-D68FC7E0AD6B}" dt="2024-11-15T16:09:55.070" v="72" actId="26606"/>
          <ac:spMkLst>
            <pc:docMk/>
            <pc:sldMk cId="4242251862" sldId="257"/>
            <ac:spMk id="51" creationId="{99F1FFA9-D672-408C-9220-ADEEC6ABDD09}"/>
          </ac:spMkLst>
        </pc:spChg>
        <pc:spChg chg="add del">
          <ac:chgData name="Tommaso Massone" userId="30f7c32bd57ce6fe" providerId="LiveId" clId="{3763462F-ADD5-4116-AEB1-D68FC7E0AD6B}" dt="2024-11-15T16:10:00.771" v="74" actId="26606"/>
          <ac:spMkLst>
            <pc:docMk/>
            <pc:sldMk cId="4242251862" sldId="257"/>
            <ac:spMk id="53" creationId="{08BC803E-13F3-4DAB-B17C-BEB0076164B7}"/>
          </ac:spMkLst>
        </pc:spChg>
        <pc:spChg chg="add del">
          <ac:chgData name="Tommaso Massone" userId="30f7c32bd57ce6fe" providerId="LiveId" clId="{3763462F-ADD5-4116-AEB1-D68FC7E0AD6B}" dt="2024-11-15T16:10:00.771" v="74" actId="26606"/>
          <ac:spMkLst>
            <pc:docMk/>
            <pc:sldMk cId="4242251862" sldId="257"/>
            <ac:spMk id="54" creationId="{B8DDE571-E57F-4AB5-83C7-30EB5DDCCAC7}"/>
          </ac:spMkLst>
        </pc:spChg>
        <pc:spChg chg="add del">
          <ac:chgData name="Tommaso Massone" userId="30f7c32bd57ce6fe" providerId="LiveId" clId="{3763462F-ADD5-4116-AEB1-D68FC7E0AD6B}" dt="2024-11-15T16:10:02.796" v="76" actId="26606"/>
          <ac:spMkLst>
            <pc:docMk/>
            <pc:sldMk cId="4242251862" sldId="257"/>
            <ac:spMk id="56" creationId="{5C8908E2-EE49-44D2-9428-A28D2312A8D5}"/>
          </ac:spMkLst>
        </pc:spChg>
        <pc:spChg chg="add del">
          <ac:chgData name="Tommaso Massone" userId="30f7c32bd57ce6fe" providerId="LiveId" clId="{3763462F-ADD5-4116-AEB1-D68FC7E0AD6B}" dt="2024-11-15T16:10:02.796" v="76" actId="26606"/>
          <ac:spMkLst>
            <pc:docMk/>
            <pc:sldMk cId="4242251862" sldId="257"/>
            <ac:spMk id="59" creationId="{02114E49-C077-4083-B5C1-6A6E70F4D91F}"/>
          </ac:spMkLst>
        </pc:spChg>
        <pc:spChg chg="add del">
          <ac:chgData name="Tommaso Massone" userId="30f7c32bd57ce6fe" providerId="LiveId" clId="{3763462F-ADD5-4116-AEB1-D68FC7E0AD6B}" dt="2024-11-15T16:10:02.796" v="76" actId="26606"/>
          <ac:spMkLst>
            <pc:docMk/>
            <pc:sldMk cId="4242251862" sldId="257"/>
            <ac:spMk id="60" creationId="{ED888B23-07FA-482A-96DF-47E31AF1A603}"/>
          </ac:spMkLst>
        </pc:spChg>
        <pc:spChg chg="add del">
          <ac:chgData name="Tommaso Massone" userId="30f7c32bd57ce6fe" providerId="LiveId" clId="{3763462F-ADD5-4116-AEB1-D68FC7E0AD6B}" dt="2024-11-15T16:10:03.502" v="78" actId="26606"/>
          <ac:spMkLst>
            <pc:docMk/>
            <pc:sldMk cId="4242251862" sldId="257"/>
            <ac:spMk id="62" creationId="{861AF017-741B-4CC0-B7C2-C9B94E5B81FF}"/>
          </ac:spMkLst>
        </pc:spChg>
        <pc:spChg chg="add del">
          <ac:chgData name="Tommaso Massone" userId="30f7c32bd57ce6fe" providerId="LiveId" clId="{3763462F-ADD5-4116-AEB1-D68FC7E0AD6B}" dt="2024-11-15T16:10:03.502" v="78" actId="26606"/>
          <ac:spMkLst>
            <pc:docMk/>
            <pc:sldMk cId="4242251862" sldId="257"/>
            <ac:spMk id="66" creationId="{5FC9E5C3-B8DC-4532-8C1F-4D5331C64C08}"/>
          </ac:spMkLst>
        </pc:spChg>
        <pc:spChg chg="add">
          <ac:chgData name="Tommaso Massone" userId="30f7c32bd57ce6fe" providerId="LiveId" clId="{3763462F-ADD5-4116-AEB1-D68FC7E0AD6B}" dt="2024-11-15T16:10:03.518" v="79" actId="26606"/>
          <ac:spMkLst>
            <pc:docMk/>
            <pc:sldMk cId="4242251862" sldId="257"/>
            <ac:spMk id="68" creationId="{08BC803E-13F3-4DAB-B17C-BEB0076164B7}"/>
          </ac:spMkLst>
        </pc:spChg>
        <pc:spChg chg="add">
          <ac:chgData name="Tommaso Massone" userId="30f7c32bd57ce6fe" providerId="LiveId" clId="{3763462F-ADD5-4116-AEB1-D68FC7E0AD6B}" dt="2024-11-15T16:10:03.518" v="79" actId="26606"/>
          <ac:spMkLst>
            <pc:docMk/>
            <pc:sldMk cId="4242251862" sldId="257"/>
            <ac:spMk id="69" creationId="{B8DDE571-E57F-4AB5-83C7-30EB5DDCCAC7}"/>
          </ac:spMkLst>
        </pc:spChg>
        <pc:grpChg chg="add del">
          <ac:chgData name="Tommaso Massone" userId="30f7c32bd57ce6fe" providerId="LiveId" clId="{3763462F-ADD5-4116-AEB1-D68FC7E0AD6B}" dt="2024-11-15T16:09:26.390" v="66" actId="26606"/>
          <ac:grpSpMkLst>
            <pc:docMk/>
            <pc:sldMk cId="4242251862" sldId="257"/>
            <ac:grpSpMk id="37" creationId="{D2A542E6-1924-4FE2-89D1-3CB19468C1F6}"/>
          </ac:grpSpMkLst>
        </pc:grpChg>
        <pc:grpChg chg="add del">
          <ac:chgData name="Tommaso Massone" userId="30f7c32bd57ce6fe" providerId="LiveId" clId="{3763462F-ADD5-4116-AEB1-D68FC7E0AD6B}" dt="2024-11-15T16:10:02.796" v="76" actId="26606"/>
          <ac:grpSpMkLst>
            <pc:docMk/>
            <pc:sldMk cId="4242251862" sldId="257"/>
            <ac:grpSpMk id="57" creationId="{D8C3AFD7-4CCE-484E-84C6-80FB3E3E2093}"/>
          </ac:grpSpMkLst>
        </pc:grpChg>
        <pc:grpChg chg="add del">
          <ac:chgData name="Tommaso Massone" userId="30f7c32bd57ce6fe" providerId="LiveId" clId="{3763462F-ADD5-4116-AEB1-D68FC7E0AD6B}" dt="2024-11-15T16:10:03.502" v="78" actId="26606"/>
          <ac:grpSpMkLst>
            <pc:docMk/>
            <pc:sldMk cId="4242251862" sldId="257"/>
            <ac:grpSpMk id="63" creationId="{D2A542E6-1924-4FE2-89D1-3CB19468C1F6}"/>
          </ac:grpSpMkLst>
        </pc:grpChg>
        <pc:picChg chg="mod">
          <ac:chgData name="Tommaso Massone" userId="30f7c32bd57ce6fe" providerId="LiveId" clId="{3763462F-ADD5-4116-AEB1-D68FC7E0AD6B}" dt="2024-11-15T16:10:44.412" v="81" actId="27614"/>
          <ac:picMkLst>
            <pc:docMk/>
            <pc:sldMk cId="4242251862" sldId="257"/>
            <ac:picMk id="5" creationId="{914BB71B-EA0C-8B7E-342A-109E35CD4F71}"/>
          </ac:picMkLst>
        </pc:picChg>
        <pc:picChg chg="mod ord">
          <ac:chgData name="Tommaso Massone" userId="30f7c32bd57ce6fe" providerId="LiveId" clId="{3763462F-ADD5-4116-AEB1-D68FC7E0AD6B}" dt="2024-11-15T16:10:44.412" v="80" actId="27614"/>
          <ac:picMkLst>
            <pc:docMk/>
            <pc:sldMk cId="4242251862" sldId="257"/>
            <ac:picMk id="7" creationId="{1FEAAF7E-1A42-F152-407D-BF2118B79A0F}"/>
          </ac:picMkLst>
        </pc:picChg>
      </pc:sldChg>
      <pc:sldChg chg="addSp modSp mod">
        <pc:chgData name="Tommaso Massone" userId="30f7c32bd57ce6fe" providerId="LiveId" clId="{3763462F-ADD5-4116-AEB1-D68FC7E0AD6B}" dt="2024-11-16T17:45:15.819" v="377" actId="14100"/>
        <pc:sldMkLst>
          <pc:docMk/>
          <pc:sldMk cId="2665610411" sldId="258"/>
        </pc:sldMkLst>
        <pc:spChg chg="add mod">
          <ac:chgData name="Tommaso Massone" userId="30f7c32bd57ce6fe" providerId="LiveId" clId="{3763462F-ADD5-4116-AEB1-D68FC7E0AD6B}" dt="2024-11-16T17:37:43.202" v="357" actId="1076"/>
          <ac:spMkLst>
            <pc:docMk/>
            <pc:sldMk cId="2665610411" sldId="258"/>
            <ac:spMk id="2" creationId="{38964A9E-60FA-7FDD-86F5-5AD1139809B3}"/>
          </ac:spMkLst>
        </pc:spChg>
        <pc:spChg chg="add mod">
          <ac:chgData name="Tommaso Massone" userId="30f7c32bd57ce6fe" providerId="LiveId" clId="{3763462F-ADD5-4116-AEB1-D68FC7E0AD6B}" dt="2024-11-16T17:44:50.031" v="373" actId="1076"/>
          <ac:spMkLst>
            <pc:docMk/>
            <pc:sldMk cId="2665610411" sldId="258"/>
            <ac:spMk id="3" creationId="{00C55415-1933-7C67-382E-57B357B642A0}"/>
          </ac:spMkLst>
        </pc:spChg>
        <pc:spChg chg="mod">
          <ac:chgData name="Tommaso Massone" userId="30f7c32bd57ce6fe" providerId="LiveId" clId="{3763462F-ADD5-4116-AEB1-D68FC7E0AD6B}" dt="2024-11-16T17:45:15.819" v="377" actId="14100"/>
          <ac:spMkLst>
            <pc:docMk/>
            <pc:sldMk cId="2665610411" sldId="258"/>
            <ac:spMk id="9" creationId="{DC734563-634D-5781-B458-BC174916412E}"/>
          </ac:spMkLst>
        </pc:spChg>
        <pc:spChg chg="mod">
          <ac:chgData name="Tommaso Massone" userId="30f7c32bd57ce6fe" providerId="LiveId" clId="{3763462F-ADD5-4116-AEB1-D68FC7E0AD6B}" dt="2024-11-16T17:44:27.713" v="368" actId="1076"/>
          <ac:spMkLst>
            <pc:docMk/>
            <pc:sldMk cId="2665610411" sldId="258"/>
            <ac:spMk id="10" creationId="{2915E2A2-914A-E1A1-4283-7EC9B12366AF}"/>
          </ac:spMkLst>
        </pc:spChg>
      </pc:sldChg>
      <pc:sldChg chg="modSp mod">
        <pc:chgData name="Tommaso Massone" userId="30f7c32bd57ce6fe" providerId="LiveId" clId="{3763462F-ADD5-4116-AEB1-D68FC7E0AD6B}" dt="2024-11-19T15:57:32.584" v="711" actId="1076"/>
        <pc:sldMkLst>
          <pc:docMk/>
          <pc:sldMk cId="3742973344" sldId="259"/>
        </pc:sldMkLst>
        <pc:spChg chg="mod">
          <ac:chgData name="Tommaso Massone" userId="30f7c32bd57ce6fe" providerId="LiveId" clId="{3763462F-ADD5-4116-AEB1-D68FC7E0AD6B}" dt="2024-11-19T15:57:32.584" v="711" actId="1076"/>
          <ac:spMkLst>
            <pc:docMk/>
            <pc:sldMk cId="3742973344" sldId="259"/>
            <ac:spMk id="2" creationId="{BFC7AF1E-4A15-972F-4E8F-6789519A73DD}"/>
          </ac:spMkLst>
        </pc:spChg>
        <pc:spChg chg="mod">
          <ac:chgData name="Tommaso Massone" userId="30f7c32bd57ce6fe" providerId="LiveId" clId="{3763462F-ADD5-4116-AEB1-D68FC7E0AD6B}" dt="2024-11-16T17:50:37.081" v="409" actId="1076"/>
          <ac:spMkLst>
            <pc:docMk/>
            <pc:sldMk cId="3742973344" sldId="259"/>
            <ac:spMk id="3" creationId="{79358228-DEDA-F0A4-62F3-7091179FE536}"/>
          </ac:spMkLst>
        </pc:spChg>
        <pc:spChg chg="mod">
          <ac:chgData name="Tommaso Massone" userId="30f7c32bd57ce6fe" providerId="LiveId" clId="{3763462F-ADD5-4116-AEB1-D68FC7E0AD6B}" dt="2024-11-16T17:46:13.952" v="384" actId="14100"/>
          <ac:spMkLst>
            <pc:docMk/>
            <pc:sldMk cId="3742973344" sldId="259"/>
            <ac:spMk id="4" creationId="{59E8C56C-7727-535B-3482-64A0A7D98950}"/>
          </ac:spMkLst>
        </pc:spChg>
        <pc:spChg chg="mod">
          <ac:chgData name="Tommaso Massone" userId="30f7c32bd57ce6fe" providerId="LiveId" clId="{3763462F-ADD5-4116-AEB1-D68FC7E0AD6B}" dt="2024-11-16T17:46:40.352" v="388" actId="14100"/>
          <ac:spMkLst>
            <pc:docMk/>
            <pc:sldMk cId="3742973344" sldId="259"/>
            <ac:spMk id="6" creationId="{11559D32-7518-7C50-46A5-11A267EB0738}"/>
          </ac:spMkLst>
        </pc:spChg>
        <pc:spChg chg="mod">
          <ac:chgData name="Tommaso Massone" userId="30f7c32bd57ce6fe" providerId="LiveId" clId="{3763462F-ADD5-4116-AEB1-D68FC7E0AD6B}" dt="2024-11-18T17:56:46.339" v="623" actId="20577"/>
          <ac:spMkLst>
            <pc:docMk/>
            <pc:sldMk cId="3742973344" sldId="259"/>
            <ac:spMk id="7" creationId="{F12CA89C-EFA1-B1BF-0BEA-E9BA7D2C2D7F}"/>
          </ac:spMkLst>
        </pc:spChg>
        <pc:spChg chg="mod">
          <ac:chgData name="Tommaso Massone" userId="30f7c32bd57ce6fe" providerId="LiveId" clId="{3763462F-ADD5-4116-AEB1-D68FC7E0AD6B}" dt="2024-11-16T17:50:11.603" v="406" actId="1076"/>
          <ac:spMkLst>
            <pc:docMk/>
            <pc:sldMk cId="3742973344" sldId="259"/>
            <ac:spMk id="8" creationId="{7BF12724-6FF6-6BBB-5B58-DBA6DD358F29}"/>
          </ac:spMkLst>
        </pc:spChg>
        <pc:spChg chg="mod">
          <ac:chgData name="Tommaso Massone" userId="30f7c32bd57ce6fe" providerId="LiveId" clId="{3763462F-ADD5-4116-AEB1-D68FC7E0AD6B}" dt="2024-11-16T17:50:23.198" v="408" actId="1076"/>
          <ac:spMkLst>
            <pc:docMk/>
            <pc:sldMk cId="3742973344" sldId="259"/>
            <ac:spMk id="9" creationId="{412EA450-0514-105F-8062-F24A91763F4F}"/>
          </ac:spMkLst>
        </pc:spChg>
        <pc:spChg chg="mod">
          <ac:chgData name="Tommaso Massone" userId="30f7c32bd57ce6fe" providerId="LiveId" clId="{3763462F-ADD5-4116-AEB1-D68FC7E0AD6B}" dt="2024-11-16T17:53:52.311" v="491" actId="1076"/>
          <ac:spMkLst>
            <pc:docMk/>
            <pc:sldMk cId="3742973344" sldId="259"/>
            <ac:spMk id="10" creationId="{35C18179-0850-2A95-B525-0F5DE49810BB}"/>
          </ac:spMkLst>
        </pc:spChg>
        <pc:picChg chg="mod">
          <ac:chgData name="Tommaso Massone" userId="30f7c32bd57ce6fe" providerId="LiveId" clId="{3763462F-ADD5-4116-AEB1-D68FC7E0AD6B}" dt="2024-11-16T17:53:58.657" v="492" actId="1076"/>
          <ac:picMkLst>
            <pc:docMk/>
            <pc:sldMk cId="3742973344" sldId="259"/>
            <ac:picMk id="14" creationId="{90F4AEB8-3113-4FCB-1B96-18FCC6FE90DC}"/>
          </ac:picMkLst>
        </pc:picChg>
        <pc:picChg chg="mod">
          <ac:chgData name="Tommaso Massone" userId="30f7c32bd57ce6fe" providerId="LiveId" clId="{3763462F-ADD5-4116-AEB1-D68FC7E0AD6B}" dt="2024-11-16T17:53:43.575" v="488" actId="1076"/>
          <ac:picMkLst>
            <pc:docMk/>
            <pc:sldMk cId="3742973344" sldId="259"/>
            <ac:picMk id="16" creationId="{F37F9187-41CC-C89C-BB79-34323D81D417}"/>
          </ac:picMkLst>
        </pc:picChg>
        <pc:picChg chg="mod">
          <ac:chgData name="Tommaso Massone" userId="30f7c32bd57ce6fe" providerId="LiveId" clId="{3763462F-ADD5-4116-AEB1-D68FC7E0AD6B}" dt="2024-11-16T17:53:49.232" v="490" actId="1076"/>
          <ac:picMkLst>
            <pc:docMk/>
            <pc:sldMk cId="3742973344" sldId="259"/>
            <ac:picMk id="18" creationId="{53C78FCE-A80B-D122-00D2-D86A86E02552}"/>
          </ac:picMkLst>
        </pc:picChg>
      </pc:sldChg>
      <pc:sldChg chg="addSp modSp mod">
        <pc:chgData name="Tommaso Massone" userId="30f7c32bd57ce6fe" providerId="LiveId" clId="{3763462F-ADD5-4116-AEB1-D68FC7E0AD6B}" dt="2024-11-18T18:04:19.710" v="706" actId="14100"/>
        <pc:sldMkLst>
          <pc:docMk/>
          <pc:sldMk cId="3253975665" sldId="260"/>
        </pc:sldMkLst>
        <pc:spChg chg="add mod">
          <ac:chgData name="Tommaso Massone" userId="30f7c32bd57ce6fe" providerId="LiveId" clId="{3763462F-ADD5-4116-AEB1-D68FC7E0AD6B}" dt="2024-11-16T17:56:18.866" v="509" actId="1076"/>
          <ac:spMkLst>
            <pc:docMk/>
            <pc:sldMk cId="3253975665" sldId="260"/>
            <ac:spMk id="2" creationId="{711DEC31-FFD3-75D3-E182-B7F3F78D9B58}"/>
          </ac:spMkLst>
        </pc:spChg>
        <pc:spChg chg="add mod">
          <ac:chgData name="Tommaso Massone" userId="30f7c32bd57ce6fe" providerId="LiveId" clId="{3763462F-ADD5-4116-AEB1-D68FC7E0AD6B}" dt="2024-11-16T17:56:28.212" v="512" actId="1076"/>
          <ac:spMkLst>
            <pc:docMk/>
            <pc:sldMk cId="3253975665" sldId="260"/>
            <ac:spMk id="3" creationId="{12BFAD17-C4D3-4080-F9F3-8F4D93C7DB1E}"/>
          </ac:spMkLst>
        </pc:spChg>
        <pc:spChg chg="add mod">
          <ac:chgData name="Tommaso Massone" userId="30f7c32bd57ce6fe" providerId="LiveId" clId="{3763462F-ADD5-4116-AEB1-D68FC7E0AD6B}" dt="2024-11-16T17:56:39.698" v="515" actId="1076"/>
          <ac:spMkLst>
            <pc:docMk/>
            <pc:sldMk cId="3253975665" sldId="260"/>
            <ac:spMk id="4" creationId="{E1860C7B-A1C0-268E-7CC0-D997B3205C03}"/>
          </ac:spMkLst>
        </pc:spChg>
        <pc:spChg chg="mod">
          <ac:chgData name="Tommaso Massone" userId="30f7c32bd57ce6fe" providerId="LiveId" clId="{3763462F-ADD5-4116-AEB1-D68FC7E0AD6B}" dt="2024-11-16T17:54:30.883" v="495" actId="1076"/>
          <ac:spMkLst>
            <pc:docMk/>
            <pc:sldMk cId="3253975665" sldId="260"/>
            <ac:spMk id="7" creationId="{9B05B068-54E3-82EE-4B24-58A0BE9D00AA}"/>
          </ac:spMkLst>
        </pc:spChg>
        <pc:spChg chg="mod">
          <ac:chgData name="Tommaso Massone" userId="30f7c32bd57ce6fe" providerId="LiveId" clId="{3763462F-ADD5-4116-AEB1-D68FC7E0AD6B}" dt="2024-11-18T18:04:02.010" v="700" actId="14100"/>
          <ac:spMkLst>
            <pc:docMk/>
            <pc:sldMk cId="3253975665" sldId="260"/>
            <ac:spMk id="17" creationId="{6AEC6A11-8B96-1335-1C7A-38BCCCE7C257}"/>
          </ac:spMkLst>
        </pc:spChg>
        <pc:spChg chg="mod">
          <ac:chgData name="Tommaso Massone" userId="30f7c32bd57ce6fe" providerId="LiveId" clId="{3763462F-ADD5-4116-AEB1-D68FC7E0AD6B}" dt="2024-11-18T18:04:19.710" v="706" actId="14100"/>
          <ac:spMkLst>
            <pc:docMk/>
            <pc:sldMk cId="3253975665" sldId="260"/>
            <ac:spMk id="19" creationId="{8A7593D4-4BE7-0853-B227-D7DE5F8DF45A}"/>
          </ac:spMkLst>
        </pc:spChg>
        <pc:spChg chg="mod">
          <ac:chgData name="Tommaso Massone" userId="30f7c32bd57ce6fe" providerId="LiveId" clId="{3763462F-ADD5-4116-AEB1-D68FC7E0AD6B}" dt="2024-11-18T18:04:10.622" v="703" actId="14100"/>
          <ac:spMkLst>
            <pc:docMk/>
            <pc:sldMk cId="3253975665" sldId="260"/>
            <ac:spMk id="21" creationId="{6B7218CE-38C5-B604-5EBB-EEF28BF6BAA9}"/>
          </ac:spMkLst>
        </pc:spChg>
      </pc:sldChg>
      <pc:sldChg chg="modSp mod">
        <pc:chgData name="Tommaso Massone" userId="30f7c32bd57ce6fe" providerId="LiveId" clId="{3763462F-ADD5-4116-AEB1-D68FC7E0AD6B}" dt="2024-11-18T18:19:16.300" v="710" actId="1076"/>
        <pc:sldMkLst>
          <pc:docMk/>
          <pc:sldMk cId="3971444242" sldId="262"/>
        </pc:sldMkLst>
        <pc:spChg chg="mod">
          <ac:chgData name="Tommaso Massone" userId="30f7c32bd57ce6fe" providerId="LiveId" clId="{3763462F-ADD5-4116-AEB1-D68FC7E0AD6B}" dt="2024-11-16T17:57:22.164" v="523" actId="1076"/>
          <ac:spMkLst>
            <pc:docMk/>
            <pc:sldMk cId="3971444242" sldId="262"/>
            <ac:spMk id="2" creationId="{BB65CC68-5219-0397-CDC3-63596E7D66EC}"/>
          </ac:spMkLst>
        </pc:spChg>
        <pc:spChg chg="mod">
          <ac:chgData name="Tommaso Massone" userId="30f7c32bd57ce6fe" providerId="LiveId" clId="{3763462F-ADD5-4116-AEB1-D68FC7E0AD6B}" dt="2024-11-18T18:18:59.152" v="709" actId="1076"/>
          <ac:spMkLst>
            <pc:docMk/>
            <pc:sldMk cId="3971444242" sldId="262"/>
            <ac:spMk id="3" creationId="{3BE01201-73A6-26E4-97E4-6AB3B7BBD26D}"/>
          </ac:spMkLst>
        </pc:spChg>
        <pc:spChg chg="mod">
          <ac:chgData name="Tommaso Massone" userId="30f7c32bd57ce6fe" providerId="LiveId" clId="{3763462F-ADD5-4116-AEB1-D68FC7E0AD6B}" dt="2024-11-18T18:19:16.300" v="710" actId="1076"/>
          <ac:spMkLst>
            <pc:docMk/>
            <pc:sldMk cId="3971444242" sldId="262"/>
            <ac:spMk id="6" creationId="{1CF86DFE-7983-CA3B-A420-1337B5A3CD1B}"/>
          </ac:spMkLst>
        </pc:spChg>
        <pc:graphicFrameChg chg="mod modGraphic">
          <ac:chgData name="Tommaso Massone" userId="30f7c32bd57ce6fe" providerId="LiveId" clId="{3763462F-ADD5-4116-AEB1-D68FC7E0AD6B}" dt="2024-11-16T18:31:53.593" v="611" actId="255"/>
          <ac:graphicFrameMkLst>
            <pc:docMk/>
            <pc:sldMk cId="3971444242" sldId="262"/>
            <ac:graphicFrameMk id="4" creationId="{D9D22441-6B35-0A87-9B60-D64627A51606}"/>
          </ac:graphicFrameMkLst>
        </pc:graphicFrameChg>
        <pc:graphicFrameChg chg="mod modGraphic">
          <ac:chgData name="Tommaso Massone" userId="30f7c32bd57ce6fe" providerId="LiveId" clId="{3763462F-ADD5-4116-AEB1-D68FC7E0AD6B}" dt="2024-11-16T18:31:31.289" v="607" actId="2711"/>
          <ac:graphicFrameMkLst>
            <pc:docMk/>
            <pc:sldMk cId="3971444242" sldId="262"/>
            <ac:graphicFrameMk id="8" creationId="{31C97A2D-BE71-9639-C8D0-4116C83F5972}"/>
          </ac:graphicFrameMkLst>
        </pc:graphicFrameChg>
        <pc:picChg chg="mod">
          <ac:chgData name="Tommaso Massone" userId="30f7c32bd57ce6fe" providerId="LiveId" clId="{3763462F-ADD5-4116-AEB1-D68FC7E0AD6B}" dt="2024-11-16T18:00:13.312" v="602" actId="1076"/>
          <ac:picMkLst>
            <pc:docMk/>
            <pc:sldMk cId="3971444242" sldId="262"/>
            <ac:picMk id="7" creationId="{1FEAAF7E-1A42-F152-407D-BF2118B79A0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FFA58-143E-3194-87BC-3FA569D20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4AE21AD-F0A7-8CA0-E2E5-9A52F199A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9BFA77-670E-EC3B-C295-A0F53E07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7D61DB-DF51-08F3-C703-8C59C374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4725AC-5AD1-B611-C453-D44A5C73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12282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F50A21-C464-B257-4CAC-0A04FEECD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E4B71C-8244-708C-7076-45F436454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EDF8EA-0F8D-96AA-6111-1ACFFD6F6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890BB1-E1E1-CBAA-49E0-5854E0BE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CE38EE9-81EC-3E17-56C5-8B2A9005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2238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677AB7-9972-C1D1-80D9-E33F30C1D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FE7C724-44F3-F731-507E-BAB70FF76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8FE97C5-56C0-ACAE-E92B-F35372F18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053A78-1351-F776-58F1-4D3C94C8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574CAC-F83F-8D0F-4B7D-A2814665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51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D2A8B4-D009-5483-B7D5-E816C167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42A109-9CDD-0EB2-D2B6-2095472B61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514BE13-1D56-FDBB-8174-7EC638848F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30CC991-3BEF-904B-EB04-AFE0F381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22516BF-1CA9-0F52-6907-E4D3C204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3B63756-D386-3CAF-7C36-6265E72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7855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667452-C0AD-2BAE-3903-7C187FA30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A749384-BD81-6DF6-ABD3-40420CC4C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03BE3D2-E4F8-E7B9-F49A-835FDF6E9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CC73D781-5947-BA44-98F9-9BD3E52C55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1D6F86A-3674-42BE-B269-EFD5C21966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2F521DA-EC9D-9677-E64C-C7222C1FA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44659A2-D063-9BAD-C769-40EED1E81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EADF8ED-32EA-372E-F8D6-10D7A9D8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079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E2D080-D9B5-37FF-0132-FB6B0EEB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04C156D-5E48-DE3C-A5E7-2BB72631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428D365-33AF-B9CC-9C4C-39B96BA4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166A777-2CCF-56BA-2B7E-E85301C8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314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6F2A8AA-2FAA-6C32-FC7D-856E3AF33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E7AEFA9-C142-94F8-4034-1DD38CBC7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C63152A-84DA-D759-3546-299E4CD4E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053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9E7829-AD10-8AC0-65DA-218998837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6BB16F-8959-F236-96A0-2EC8BFA23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F347F95-4BE0-D41A-D898-826EAD24E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2B39F66-7D85-8303-FF71-8651699E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7E8B9AE-DCA3-4F4F-3C3E-1656A5BF0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02F3137-C9E3-5E6E-C755-3903C3061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938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FBA1C4-387B-0A65-8084-C293FCB50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C87F363-7FEA-EF8B-3082-A4E7A16A8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4F9ED9E-3628-310F-FB37-664629D48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9A54CC2-548A-F147-CE51-56CED775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0A1A6DF-4BF8-2B9E-1BD6-32276EE56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CD24E7B-1633-D8E9-309F-7777BDEB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7474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007C13-39B2-DA9A-9BBA-4B483B858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421E4DF-64F5-9E72-457B-C86FE974C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6F6115F-DEB9-7CC7-E29D-57712C5A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705A9A1-BE2B-04B9-E14A-EC8CA115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C1269B8-7581-F190-262B-B012EFF2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831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723A473-BEF3-D1B2-CA68-BC4E78E34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740EB8E-D871-113E-1B65-0EB615BA0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2E2BBC8-A0DA-DBEE-F169-42AF3ED70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32EE8C-8302-EF75-6C1A-2D0F81AF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F888984-9E3C-03A1-3F22-27CD8364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8585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20DADEB-228F-0377-A109-A928DF0DE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7DC0A3-A589-57A7-A8D4-28DFDF541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9F13F9F-2BD6-A8DD-139E-D922A5C90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01ADB-82D1-4408-93C4-C6C1A9B08BE4}" type="datetimeFigureOut">
              <a:rPr lang="it-IT" smtClean="0"/>
              <a:t>19/11/2024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A0F3E2-77FE-59C0-CC2D-25418678E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7C4BB03-89EA-2971-E9F5-6D6B114041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60523-5F89-4F33-8D05-62D5C51BB27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335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700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5C5746B-0F53-4897-2A9A-29FD6FCBE2B5}"/>
              </a:ext>
            </a:extLst>
          </p:cNvPr>
          <p:cNvSpPr txBox="1"/>
          <p:nvPr/>
        </p:nvSpPr>
        <p:spPr>
          <a:xfrm>
            <a:off x="3323949" y="2711381"/>
            <a:ext cx="5541054" cy="9626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</a:rPr>
              <a:t>T-joint</a:t>
            </a:r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1B980CF1-D82F-8DF3-FA9C-CEA44881F5D6}"/>
              </a:ext>
            </a:extLst>
          </p:cNvPr>
          <p:cNvGrpSpPr/>
          <p:nvPr/>
        </p:nvGrpSpPr>
        <p:grpSpPr>
          <a:xfrm>
            <a:off x="165669" y="5576819"/>
            <a:ext cx="8092326" cy="954108"/>
            <a:chOff x="152022" y="5431341"/>
            <a:chExt cx="8092326" cy="954108"/>
          </a:xfrm>
        </p:grpSpPr>
        <p:sp>
          <p:nvSpPr>
            <p:cNvPr id="2" name="CasellaDiTesto 1">
              <a:extLst>
                <a:ext uri="{FF2B5EF4-FFF2-40B4-BE49-F238E27FC236}">
                  <a16:creationId xmlns:a16="http://schemas.microsoft.com/office/drawing/2014/main" id="{3F8C6F42-B8AD-FDE6-DFFD-9D72A85B0CEF}"/>
                </a:ext>
              </a:extLst>
            </p:cNvPr>
            <p:cNvSpPr txBox="1"/>
            <p:nvPr/>
          </p:nvSpPr>
          <p:spPr>
            <a:xfrm>
              <a:off x="1106129" y="5431342"/>
              <a:ext cx="713821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Politecnico di Torino –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MSc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Automotive Engineering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Numerical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Modelling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and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Simulation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– Part A – prof. Alessandro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Scattina</a:t>
              </a:r>
              <a:endPara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Accademic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</a:t>
              </a:r>
              <a:r>
                <a:rPr kumimoji="0" lang="it-IT" sz="14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year</a:t>
              </a:r>
              <a:r>
                <a:rPr kumimoji="0" lang="it-IT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badi Extra Light" panose="020B0204020104020204" pitchFamily="34" charset="0"/>
                  <a:ea typeface="+mn-ea"/>
                  <a:cs typeface="+mn-cs"/>
                </a:rPr>
                <a:t> 2024/2025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400" dirty="0">
                  <a:solidFill>
                    <a:prstClr val="black"/>
                  </a:solidFill>
                  <a:latin typeface="Abadi Extra Light" panose="020B0204020104020204" pitchFamily="34" charset="0"/>
                </a:rPr>
                <a:t>Tommaso Massone</a:t>
              </a:r>
              <a:endPara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badi Extra Light" panose="020B0204020104020204" pitchFamily="34" charset="0"/>
                <a:ea typeface="+mn-ea"/>
                <a:cs typeface="+mn-cs"/>
              </a:endParaRPr>
            </a:p>
          </p:txBody>
        </p:sp>
        <p:pic>
          <p:nvPicPr>
            <p:cNvPr id="16" name="Immagine 15" descr="Immagine che contiene grafica vettoriale&#10;&#10;Descrizione generata automaticamente">
              <a:extLst>
                <a:ext uri="{FF2B5EF4-FFF2-40B4-BE49-F238E27FC236}">
                  <a16:creationId xmlns:a16="http://schemas.microsoft.com/office/drawing/2014/main" id="{57BB9233-0853-C31B-CEC9-9CBD8B112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022" y="5431341"/>
              <a:ext cx="954107" cy="954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558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18">
            <a:extLst>
              <a:ext uri="{FF2B5EF4-FFF2-40B4-BE49-F238E27FC236}">
                <a16:creationId xmlns:a16="http://schemas.microsoft.com/office/drawing/2014/main" id="{08BC803E-13F3-4DAB-B17C-BEB007616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20">
            <a:extLst>
              <a:ext uri="{FF2B5EF4-FFF2-40B4-BE49-F238E27FC236}">
                <a16:creationId xmlns:a16="http://schemas.microsoft.com/office/drawing/2014/main" id="{B8DDE571-E57F-4AB5-83C7-30EB5DDCC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6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7DF88AD-5116-A48E-9DAB-E72BC52ACC4E}"/>
              </a:ext>
            </a:extLst>
          </p:cNvPr>
          <p:cNvSpPr txBox="1"/>
          <p:nvPr/>
        </p:nvSpPr>
        <p:spPr>
          <a:xfrm>
            <a:off x="316197" y="523189"/>
            <a:ext cx="5856584" cy="13229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  <a:ea typeface="+mj-ea"/>
                <a:cs typeface="+mj-cs"/>
              </a:rPr>
              <a:t>Creation of the model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729B62C-6820-AC45-E128-6FD014264644}"/>
              </a:ext>
            </a:extLst>
          </p:cNvPr>
          <p:cNvSpPr txBox="1"/>
          <p:nvPr/>
        </p:nvSpPr>
        <p:spPr>
          <a:xfrm>
            <a:off x="742244" y="1846133"/>
            <a:ext cx="3968365" cy="4046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rPr>
              <a:t>Import of top and bottom part of the joint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rPr>
              <a:t>Creation of spot welds, defining the line of the spot and the 2 surfaces that have to be welded together – step of 50mm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rPr>
              <a:t>Reflect and duplicate the model in order to have a symmetric T instead of an L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rPr>
              <a:t>Apply constraints on the lower part of the joints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eorgia" panose="02040502050405020303" pitchFamily="18" charset="0"/>
              </a:rPr>
              <a:t>Create the master node on the top of the piece and then apply the different load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Immagine 4" descr="Immagine che contiene cielo, arco, schermata, aria aperta&#10;&#10;Descrizione generata automaticamente">
            <a:extLst>
              <a:ext uri="{FF2B5EF4-FFF2-40B4-BE49-F238E27FC236}">
                <a16:creationId xmlns:a16="http://schemas.microsoft.com/office/drawing/2014/main" id="{914BB71B-EA0C-8B7E-342A-109E35CD4F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52" b="1"/>
          <a:stretch/>
        </p:blipFill>
        <p:spPr>
          <a:xfrm>
            <a:off x="5702185" y="1"/>
            <a:ext cx="6489823" cy="3429002"/>
          </a:xfrm>
          <a:custGeom>
            <a:avLst/>
            <a:gdLst/>
            <a:ahLst/>
            <a:cxnLst/>
            <a:rect l="l" t="t" r="r" b="b"/>
            <a:pathLst>
              <a:path w="6489823" h="3421047">
                <a:moveTo>
                  <a:pt x="383239" y="0"/>
                </a:moveTo>
                <a:lnTo>
                  <a:pt x="6489823" y="0"/>
                </a:lnTo>
                <a:lnTo>
                  <a:pt x="6489823" y="3421047"/>
                </a:lnTo>
                <a:lnTo>
                  <a:pt x="0" y="3421047"/>
                </a:lnTo>
                <a:lnTo>
                  <a:pt x="10162" y="3368785"/>
                </a:lnTo>
                <a:cubicBezTo>
                  <a:pt x="15448" y="3346584"/>
                  <a:pt x="22094" y="3323293"/>
                  <a:pt x="30699" y="3298569"/>
                </a:cubicBezTo>
                <a:cubicBezTo>
                  <a:pt x="41150" y="3275988"/>
                  <a:pt x="42443" y="3246652"/>
                  <a:pt x="33589" y="3233050"/>
                </a:cubicBezTo>
                <a:cubicBezTo>
                  <a:pt x="32065" y="3230708"/>
                  <a:pt x="30291" y="3228932"/>
                  <a:pt x="28325" y="3227777"/>
                </a:cubicBezTo>
                <a:cubicBezTo>
                  <a:pt x="30678" y="3188484"/>
                  <a:pt x="72205" y="3103624"/>
                  <a:pt x="73382" y="3050568"/>
                </a:cubicBezTo>
                <a:cubicBezTo>
                  <a:pt x="69165" y="3022639"/>
                  <a:pt x="68605" y="2960322"/>
                  <a:pt x="84953" y="2920501"/>
                </a:cubicBezTo>
                <a:cubicBezTo>
                  <a:pt x="69327" y="2932298"/>
                  <a:pt x="121103" y="2664904"/>
                  <a:pt x="109217" y="2657859"/>
                </a:cubicBezTo>
                <a:cubicBezTo>
                  <a:pt x="110075" y="2597031"/>
                  <a:pt x="138136" y="2522558"/>
                  <a:pt x="139777" y="2464312"/>
                </a:cubicBezTo>
                <a:cubicBezTo>
                  <a:pt x="141801" y="2450201"/>
                  <a:pt x="199861" y="2246813"/>
                  <a:pt x="198683" y="2236608"/>
                </a:cubicBezTo>
                <a:lnTo>
                  <a:pt x="283684" y="1924542"/>
                </a:lnTo>
                <a:cubicBezTo>
                  <a:pt x="313071" y="1811100"/>
                  <a:pt x="307196" y="1868801"/>
                  <a:pt x="336583" y="1755359"/>
                </a:cubicBezTo>
                <a:cubicBezTo>
                  <a:pt x="383246" y="1573239"/>
                  <a:pt x="363875" y="1577802"/>
                  <a:pt x="409119" y="1401207"/>
                </a:cubicBezTo>
                <a:cubicBezTo>
                  <a:pt x="428998" y="1329345"/>
                  <a:pt x="403240" y="1279669"/>
                  <a:pt x="421957" y="1175450"/>
                </a:cubicBezTo>
                <a:cubicBezTo>
                  <a:pt x="442602" y="1107577"/>
                  <a:pt x="340683" y="794854"/>
                  <a:pt x="369233" y="688836"/>
                </a:cubicBezTo>
                <a:cubicBezTo>
                  <a:pt x="378440" y="610640"/>
                  <a:pt x="331945" y="587322"/>
                  <a:pt x="346155" y="513896"/>
                </a:cubicBezTo>
                <a:cubicBezTo>
                  <a:pt x="351974" y="496939"/>
                  <a:pt x="362179" y="406394"/>
                  <a:pt x="344911" y="393010"/>
                </a:cubicBezTo>
                <a:cubicBezTo>
                  <a:pt x="389436" y="301493"/>
                  <a:pt x="356186" y="264408"/>
                  <a:pt x="369960" y="232042"/>
                </a:cubicBezTo>
                <a:cubicBezTo>
                  <a:pt x="394611" y="153791"/>
                  <a:pt x="372056" y="165633"/>
                  <a:pt x="392742" y="72037"/>
                </a:cubicBezTo>
                <a:cubicBezTo>
                  <a:pt x="398537" y="53819"/>
                  <a:pt x="397997" y="38693"/>
                  <a:pt x="394525" y="25405"/>
                </a:cubicBezTo>
                <a:close/>
              </a:path>
            </a:pathLst>
          </a:custGeom>
        </p:spPr>
      </p:pic>
      <p:pic>
        <p:nvPicPr>
          <p:cNvPr id="7" name="Immagine 6" descr="Immagine che contiene cielo, casa, aria aperta, edificio&#10;&#10;Descrizione generata automaticamente">
            <a:extLst>
              <a:ext uri="{FF2B5EF4-FFF2-40B4-BE49-F238E27FC236}">
                <a16:creationId xmlns:a16="http://schemas.microsoft.com/office/drawing/2014/main" id="{1FEAAF7E-1A42-F152-407D-BF2118B79A0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7" r="-3" b="14114"/>
          <a:stretch/>
        </p:blipFill>
        <p:spPr>
          <a:xfrm>
            <a:off x="5419420" y="3429000"/>
            <a:ext cx="6772580" cy="3429000"/>
          </a:xfrm>
          <a:custGeom>
            <a:avLst/>
            <a:gdLst/>
            <a:ahLst/>
            <a:cxnLst/>
            <a:rect l="l" t="t" r="r" b="b"/>
            <a:pathLst>
              <a:path w="6772580" h="3429000">
                <a:moveTo>
                  <a:pt x="271594" y="0"/>
                </a:moveTo>
                <a:lnTo>
                  <a:pt x="6772580" y="0"/>
                </a:lnTo>
                <a:lnTo>
                  <a:pt x="6772580" y="3429000"/>
                </a:lnTo>
                <a:lnTo>
                  <a:pt x="8976" y="3429000"/>
                </a:lnTo>
                <a:lnTo>
                  <a:pt x="7894" y="3419403"/>
                </a:lnTo>
                <a:cubicBezTo>
                  <a:pt x="2772" y="3402540"/>
                  <a:pt x="-7409" y="3393117"/>
                  <a:pt x="8790" y="3369074"/>
                </a:cubicBezTo>
                <a:cubicBezTo>
                  <a:pt x="18674" y="3308209"/>
                  <a:pt x="52540" y="3147708"/>
                  <a:pt x="69466" y="3074368"/>
                </a:cubicBezTo>
                <a:cubicBezTo>
                  <a:pt x="86170" y="2985158"/>
                  <a:pt x="141939" y="2988106"/>
                  <a:pt x="138108" y="2937087"/>
                </a:cubicBezTo>
                <a:lnTo>
                  <a:pt x="159153" y="2788751"/>
                </a:lnTo>
                <a:cubicBezTo>
                  <a:pt x="164508" y="2771521"/>
                  <a:pt x="169861" y="2754291"/>
                  <a:pt x="175215" y="2737061"/>
                </a:cubicBezTo>
                <a:lnTo>
                  <a:pt x="178713" y="2662493"/>
                </a:lnTo>
                <a:cubicBezTo>
                  <a:pt x="182744" y="2662176"/>
                  <a:pt x="175495" y="2610710"/>
                  <a:pt x="177952" y="2608178"/>
                </a:cubicBezTo>
                <a:lnTo>
                  <a:pt x="200637" y="2557490"/>
                </a:lnTo>
                <a:lnTo>
                  <a:pt x="210272" y="2500823"/>
                </a:lnTo>
                <a:cubicBezTo>
                  <a:pt x="210821" y="2477149"/>
                  <a:pt x="233533" y="2498323"/>
                  <a:pt x="235189" y="2456370"/>
                </a:cubicBezTo>
                <a:cubicBezTo>
                  <a:pt x="241238" y="2390087"/>
                  <a:pt x="270663" y="2342381"/>
                  <a:pt x="270108" y="2307778"/>
                </a:cubicBezTo>
                <a:cubicBezTo>
                  <a:pt x="279775" y="2252634"/>
                  <a:pt x="274008" y="2281735"/>
                  <a:pt x="270232" y="2227103"/>
                </a:cubicBezTo>
                <a:cubicBezTo>
                  <a:pt x="277898" y="2187203"/>
                  <a:pt x="273018" y="2179895"/>
                  <a:pt x="278972" y="2138456"/>
                </a:cubicBezTo>
                <a:cubicBezTo>
                  <a:pt x="286874" y="2113373"/>
                  <a:pt x="293454" y="2098825"/>
                  <a:pt x="284204" y="2092747"/>
                </a:cubicBezTo>
                <a:cubicBezTo>
                  <a:pt x="285267" y="2080110"/>
                  <a:pt x="308510" y="2021121"/>
                  <a:pt x="306856" y="2003128"/>
                </a:cubicBezTo>
                <a:lnTo>
                  <a:pt x="296216" y="1944367"/>
                </a:lnTo>
                <a:lnTo>
                  <a:pt x="316030" y="1836128"/>
                </a:lnTo>
                <a:cubicBezTo>
                  <a:pt x="300726" y="1810623"/>
                  <a:pt x="342411" y="1768654"/>
                  <a:pt x="329496" y="1735241"/>
                </a:cubicBezTo>
                <a:cubicBezTo>
                  <a:pt x="331336" y="1711720"/>
                  <a:pt x="339485" y="1722162"/>
                  <a:pt x="343347" y="1679383"/>
                </a:cubicBezTo>
                <a:cubicBezTo>
                  <a:pt x="349669" y="1616089"/>
                  <a:pt x="356013" y="1614119"/>
                  <a:pt x="360800" y="1554542"/>
                </a:cubicBezTo>
                <a:cubicBezTo>
                  <a:pt x="361799" y="1491472"/>
                  <a:pt x="380405" y="1496141"/>
                  <a:pt x="377978" y="1470595"/>
                </a:cubicBezTo>
                <a:cubicBezTo>
                  <a:pt x="371480" y="1445071"/>
                  <a:pt x="407310" y="1366942"/>
                  <a:pt x="396801" y="1354553"/>
                </a:cubicBezTo>
                <a:cubicBezTo>
                  <a:pt x="387984" y="1324635"/>
                  <a:pt x="389939" y="1306198"/>
                  <a:pt x="378799" y="1292983"/>
                </a:cubicBezTo>
                <a:cubicBezTo>
                  <a:pt x="368230" y="1254082"/>
                  <a:pt x="380918" y="1242866"/>
                  <a:pt x="362697" y="1241293"/>
                </a:cubicBezTo>
                <a:lnTo>
                  <a:pt x="339388" y="1147085"/>
                </a:lnTo>
                <a:cubicBezTo>
                  <a:pt x="350485" y="1118433"/>
                  <a:pt x="353159" y="1072754"/>
                  <a:pt x="339952" y="1071934"/>
                </a:cubicBezTo>
                <a:cubicBezTo>
                  <a:pt x="327895" y="1004911"/>
                  <a:pt x="358371" y="924985"/>
                  <a:pt x="347188" y="889800"/>
                </a:cubicBezTo>
                <a:cubicBezTo>
                  <a:pt x="334220" y="804597"/>
                  <a:pt x="342717" y="786582"/>
                  <a:pt x="338803" y="749936"/>
                </a:cubicBezTo>
                <a:cubicBezTo>
                  <a:pt x="334890" y="713292"/>
                  <a:pt x="337271" y="707557"/>
                  <a:pt x="323706" y="669931"/>
                </a:cubicBezTo>
                <a:lnTo>
                  <a:pt x="313326" y="559992"/>
                </a:lnTo>
                <a:cubicBezTo>
                  <a:pt x="314747" y="543769"/>
                  <a:pt x="268004" y="450294"/>
                  <a:pt x="272650" y="451529"/>
                </a:cubicBezTo>
                <a:lnTo>
                  <a:pt x="256593" y="392499"/>
                </a:lnTo>
                <a:cubicBezTo>
                  <a:pt x="276778" y="343341"/>
                  <a:pt x="246535" y="361906"/>
                  <a:pt x="249583" y="321981"/>
                </a:cubicBezTo>
                <a:cubicBezTo>
                  <a:pt x="256450" y="297359"/>
                  <a:pt x="256557" y="284789"/>
                  <a:pt x="245172" y="280016"/>
                </a:cubicBezTo>
                <a:cubicBezTo>
                  <a:pt x="279102" y="164139"/>
                  <a:pt x="241674" y="235649"/>
                  <a:pt x="249784" y="152538"/>
                </a:cubicBezTo>
                <a:cubicBezTo>
                  <a:pt x="254846" y="115053"/>
                  <a:pt x="258144" y="77317"/>
                  <a:pt x="264479" y="3659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42251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EC5CBA7D-DD15-AD4A-D950-749B8E1DCC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2624" y="3749846"/>
            <a:ext cx="6105525" cy="279082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D074472-9DF1-EE77-0E33-D01049999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16" y="416096"/>
            <a:ext cx="5438775" cy="315277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C734563-634D-5781-B458-BC174916412E}"/>
              </a:ext>
            </a:extLst>
          </p:cNvPr>
          <p:cNvSpPr txBox="1"/>
          <p:nvPr/>
        </p:nvSpPr>
        <p:spPr>
          <a:xfrm>
            <a:off x="6948904" y="822906"/>
            <a:ext cx="29070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General </a:t>
            </a:r>
            <a:r>
              <a:rPr lang="it-IT" sz="2000" dirty="0" err="1">
                <a:latin typeface="Georgia" panose="02040502050405020303" pitchFamily="18" charset="0"/>
              </a:rPr>
              <a:t>configuration</a:t>
            </a:r>
            <a:r>
              <a:rPr lang="it-IT" sz="2000" dirty="0">
                <a:latin typeface="Georgia" panose="02040502050405020303" pitchFamily="18" charset="0"/>
              </a:rPr>
              <a:t>, </a:t>
            </a:r>
            <a:r>
              <a:rPr lang="it-IT" sz="2000" dirty="0" err="1">
                <a:latin typeface="Georgia" panose="02040502050405020303" pitchFamily="18" charset="0"/>
              </a:rPr>
              <a:t>obviously</a:t>
            </a:r>
            <a:r>
              <a:rPr lang="it-IT" sz="2000" dirty="0">
                <a:latin typeface="Georgia" panose="02040502050405020303" pitchFamily="18" charset="0"/>
              </a:rPr>
              <a:t>, loads </a:t>
            </a:r>
            <a:r>
              <a:rPr lang="it-IT" sz="2000" dirty="0" err="1">
                <a:latin typeface="Georgia" panose="02040502050405020303" pitchFamily="18" charset="0"/>
              </a:rPr>
              <a:t>change</a:t>
            </a:r>
            <a:r>
              <a:rPr lang="it-IT" sz="2000" dirty="0">
                <a:latin typeface="Georgia" panose="02040502050405020303" pitchFamily="18" charset="0"/>
              </a:rPr>
              <a:t> in the </a:t>
            </a:r>
            <a:r>
              <a:rPr lang="it-IT" sz="2000" dirty="0" err="1">
                <a:latin typeface="Georgia" panose="02040502050405020303" pitchFamily="18" charset="0"/>
              </a:rPr>
              <a:t>different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cases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915E2A2-914A-E1A1-4283-7EC9B12366AF}"/>
              </a:ext>
            </a:extLst>
          </p:cNvPr>
          <p:cNvSpPr txBox="1"/>
          <p:nvPr/>
        </p:nvSpPr>
        <p:spPr>
          <a:xfrm>
            <a:off x="1513824" y="4881704"/>
            <a:ext cx="34723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latin typeface="Georgia" panose="02040502050405020303" pitchFamily="18" charset="0"/>
              </a:rPr>
              <a:t>Master </a:t>
            </a:r>
            <a:r>
              <a:rPr lang="it-IT" sz="2000" dirty="0" err="1">
                <a:latin typeface="Georgia" panose="02040502050405020303" pitchFamily="18" charset="0"/>
              </a:rPr>
              <a:t>node</a:t>
            </a:r>
            <a:r>
              <a:rPr lang="it-IT" sz="2000" dirty="0">
                <a:latin typeface="Georgia" panose="02040502050405020303" pitchFamily="18" charset="0"/>
              </a:rPr>
              <a:t> </a:t>
            </a:r>
            <a:r>
              <a:rPr lang="it-IT" sz="2000" dirty="0" err="1">
                <a:latin typeface="Georgia" panose="02040502050405020303" pitchFamily="18" charset="0"/>
              </a:rPr>
              <a:t>where</a:t>
            </a:r>
            <a:r>
              <a:rPr lang="it-IT" sz="2000" dirty="0">
                <a:latin typeface="Georgia" panose="02040502050405020303" pitchFamily="18" charset="0"/>
              </a:rPr>
              <a:t> force and  moment </a:t>
            </a:r>
            <a:r>
              <a:rPr lang="it-IT" sz="2000" dirty="0" err="1">
                <a:latin typeface="Georgia" panose="02040502050405020303" pitchFamily="18" charset="0"/>
              </a:rPr>
              <a:t>will</a:t>
            </a:r>
            <a:r>
              <a:rPr lang="it-IT" sz="2000" dirty="0">
                <a:latin typeface="Georgia" panose="02040502050405020303" pitchFamily="18" charset="0"/>
              </a:rPr>
              <a:t> be </a:t>
            </a:r>
            <a:r>
              <a:rPr lang="it-IT" sz="2000" dirty="0" err="1">
                <a:latin typeface="Georgia" panose="02040502050405020303" pitchFamily="18" charset="0"/>
              </a:rPr>
              <a:t>applied</a:t>
            </a:r>
            <a:endParaRPr lang="it-IT" sz="2000" dirty="0">
              <a:latin typeface="Georgia" panose="02040502050405020303" pitchFamily="18" charset="0"/>
            </a:endParaRPr>
          </a:p>
        </p:txBody>
      </p:sp>
      <p:sp>
        <p:nvSpPr>
          <p:cNvPr id="2" name="Freccia a destra 1">
            <a:extLst>
              <a:ext uri="{FF2B5EF4-FFF2-40B4-BE49-F238E27FC236}">
                <a16:creationId xmlns:a16="http://schemas.microsoft.com/office/drawing/2014/main" id="{38964A9E-60FA-7FDD-86F5-5AD1139809B3}"/>
              </a:ext>
            </a:extLst>
          </p:cNvPr>
          <p:cNvSpPr/>
          <p:nvPr/>
        </p:nvSpPr>
        <p:spPr>
          <a:xfrm rot="10800000">
            <a:off x="6355591" y="879499"/>
            <a:ext cx="523511" cy="3490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00C55415-1933-7C67-382E-57B357B642A0}"/>
              </a:ext>
            </a:extLst>
          </p:cNvPr>
          <p:cNvSpPr/>
          <p:nvPr/>
        </p:nvSpPr>
        <p:spPr>
          <a:xfrm>
            <a:off x="5042023" y="4881704"/>
            <a:ext cx="500218" cy="3603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610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FC7AF1E-4A15-972F-4E8F-6789519A73DD}"/>
              </a:ext>
            </a:extLst>
          </p:cNvPr>
          <p:cNvSpPr txBox="1"/>
          <p:nvPr/>
        </p:nvSpPr>
        <p:spPr>
          <a:xfrm>
            <a:off x="50339" y="4251940"/>
            <a:ext cx="39515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dirty="0" err="1">
                <a:latin typeface="Georgia" panose="02040502050405020303" pitchFamily="18" charset="0"/>
              </a:rPr>
              <a:t>Torsional</a:t>
            </a:r>
            <a:r>
              <a:rPr lang="it-IT" sz="3200" dirty="0">
                <a:latin typeface="Georgia" panose="02040502050405020303" pitchFamily="18" charset="0"/>
              </a:rPr>
              <a:t> </a:t>
            </a:r>
            <a:r>
              <a:rPr lang="it-IT" sz="3200" dirty="0" err="1">
                <a:latin typeface="Georgia" panose="02040502050405020303" pitchFamily="18" charset="0"/>
              </a:rPr>
              <a:t>stiffness</a:t>
            </a:r>
            <a:endParaRPr lang="it-IT" sz="3200" dirty="0">
              <a:latin typeface="Georgia" panose="02040502050405020303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9358228-DEDA-F0A4-62F3-7091179FE536}"/>
              </a:ext>
            </a:extLst>
          </p:cNvPr>
          <p:cNvSpPr txBox="1"/>
          <p:nvPr/>
        </p:nvSpPr>
        <p:spPr>
          <a:xfrm>
            <a:off x="138347" y="778255"/>
            <a:ext cx="37754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it-IT" sz="3200" dirty="0">
                <a:latin typeface="Georgia" panose="02040502050405020303" pitchFamily="18" charset="0"/>
              </a:rPr>
              <a:t>Bending </a:t>
            </a:r>
            <a:r>
              <a:rPr lang="it-IT" sz="3200" dirty="0" err="1">
                <a:latin typeface="Georgia" panose="02040502050405020303" pitchFamily="18" charset="0"/>
              </a:rPr>
              <a:t>stiffness</a:t>
            </a:r>
            <a:endParaRPr lang="it-IT" sz="3200" dirty="0">
              <a:latin typeface="Georgia" panose="02040502050405020303" pitchFamily="18" charset="0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59E8C56C-7727-535B-3482-64A0A7D98950}"/>
              </a:ext>
            </a:extLst>
          </p:cNvPr>
          <p:cNvSpPr txBox="1"/>
          <p:nvPr/>
        </p:nvSpPr>
        <p:spPr>
          <a:xfrm>
            <a:off x="666206" y="1610750"/>
            <a:ext cx="3213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Georgia" panose="02040502050405020303" pitchFamily="18" charset="0"/>
              </a:rPr>
              <a:t>Bending due to force </a:t>
            </a:r>
            <a:r>
              <a:rPr lang="it-IT" sz="1600" dirty="0" err="1">
                <a:latin typeface="Georgia" panose="02040502050405020303" pitchFamily="18" charset="0"/>
              </a:rPr>
              <a:t>along</a:t>
            </a:r>
            <a:r>
              <a:rPr lang="it-IT" sz="1600" dirty="0">
                <a:latin typeface="Georgia" panose="02040502050405020303" pitchFamily="18" charset="0"/>
              </a:rPr>
              <a:t> X </a:t>
            </a:r>
            <a:r>
              <a:rPr lang="it-IT" sz="1600" dirty="0" err="1">
                <a:latin typeface="Georgia" panose="02040502050405020303" pitchFamily="18" charset="0"/>
              </a:rPr>
              <a:t>axis</a:t>
            </a:r>
            <a:endParaRPr lang="it-IT" sz="1600" dirty="0">
              <a:latin typeface="Georgia" panose="02040502050405020303" pitchFamily="18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559D32-7518-7C50-46A5-11A267EB0738}"/>
              </a:ext>
            </a:extLst>
          </p:cNvPr>
          <p:cNvSpPr txBox="1"/>
          <p:nvPr/>
        </p:nvSpPr>
        <p:spPr>
          <a:xfrm>
            <a:off x="666206" y="3259723"/>
            <a:ext cx="32134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latin typeface="Georgia" panose="02040502050405020303" pitchFamily="18" charset="0"/>
              </a:rPr>
              <a:t>Bending due to force </a:t>
            </a:r>
            <a:r>
              <a:rPr lang="it-IT" sz="1600" dirty="0" err="1">
                <a:latin typeface="Georgia" panose="02040502050405020303" pitchFamily="18" charset="0"/>
              </a:rPr>
              <a:t>along</a:t>
            </a:r>
            <a:r>
              <a:rPr lang="it-IT" sz="1600" dirty="0">
                <a:latin typeface="Georgia" panose="02040502050405020303" pitchFamily="18" charset="0"/>
              </a:rPr>
              <a:t> Z </a:t>
            </a:r>
            <a:r>
              <a:rPr lang="it-IT" sz="1600" dirty="0" err="1">
                <a:latin typeface="Georgia" panose="02040502050405020303" pitchFamily="18" charset="0"/>
              </a:rPr>
              <a:t>axis</a:t>
            </a:r>
            <a:endParaRPr lang="it-IT" sz="1600" dirty="0">
              <a:latin typeface="Georgia" panose="02040502050405020303" pitchFamily="18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2CA89C-EFA1-B1BF-0BEA-E9BA7D2C2D7F}"/>
              </a:ext>
            </a:extLst>
          </p:cNvPr>
          <p:cNvSpPr txBox="1"/>
          <p:nvPr/>
        </p:nvSpPr>
        <p:spPr>
          <a:xfrm>
            <a:off x="9655613" y="2410997"/>
            <a:ext cx="23273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latin typeface="Georgia" panose="02040502050405020303" pitchFamily="18" charset="0"/>
              </a:rPr>
              <a:t>Value of </a:t>
            </a:r>
            <a:r>
              <a:rPr lang="it-IT" sz="1600" dirty="0" err="1">
                <a:latin typeface="Georgia" panose="02040502050405020303" pitchFamily="18" charset="0"/>
              </a:rPr>
              <a:t>displacement</a:t>
            </a:r>
            <a:r>
              <a:rPr lang="it-IT" sz="1600" dirty="0">
                <a:latin typeface="Georgia" panose="02040502050405020303" pitchFamily="18" charset="0"/>
              </a:rPr>
              <a:t> and </a:t>
            </a:r>
            <a:r>
              <a:rPr lang="it-IT" sz="1600" dirty="0" err="1">
                <a:latin typeface="Georgia" panose="02040502050405020303" pitchFamily="18" charset="0"/>
              </a:rPr>
              <a:t>rotation</a:t>
            </a:r>
            <a:r>
              <a:rPr lang="it-IT" sz="1600" dirty="0">
                <a:latin typeface="Georgia" panose="02040502050405020303" pitchFamily="18" charset="0"/>
              </a:rPr>
              <a:t> are </a:t>
            </a:r>
            <a:r>
              <a:rPr lang="it-IT" sz="1600" dirty="0" err="1">
                <a:latin typeface="Georgia" panose="02040502050405020303" pitchFamily="18" charset="0"/>
              </a:rPr>
              <a:t>taken</a:t>
            </a:r>
            <a:r>
              <a:rPr lang="it-IT" sz="1600" dirty="0">
                <a:latin typeface="Georgia" panose="02040502050405020303" pitchFamily="18" charset="0"/>
              </a:rPr>
              <a:t> in the </a:t>
            </a:r>
            <a:r>
              <a:rPr lang="it-IT" sz="1600" dirty="0" err="1">
                <a:latin typeface="Georgia" panose="02040502050405020303" pitchFamily="18" charset="0"/>
              </a:rPr>
              <a:t>most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solicited</a:t>
            </a:r>
            <a:r>
              <a:rPr lang="it-IT" sz="1600" dirty="0">
                <a:latin typeface="Georgia" panose="02040502050405020303" pitchFamily="18" charset="0"/>
              </a:rPr>
              <a:t> point of the </a:t>
            </a:r>
            <a:r>
              <a:rPr lang="it-IT" sz="1600" dirty="0" err="1">
                <a:latin typeface="Georgia" panose="02040502050405020303" pitchFamily="18" charset="0"/>
              </a:rPr>
              <a:t>structure</a:t>
            </a:r>
            <a:r>
              <a:rPr lang="it-IT" sz="1600" dirty="0">
                <a:latin typeface="Georgia" panose="02040502050405020303" pitchFamily="18" charset="0"/>
              </a:rPr>
              <a:t>. </a:t>
            </a:r>
          </a:p>
          <a:p>
            <a:r>
              <a:rPr lang="it-IT" sz="1600" dirty="0">
                <a:latin typeface="Georgia" panose="02040502050405020303" pitchFamily="18" charset="0"/>
              </a:rPr>
              <a:t>In </a:t>
            </a:r>
            <a:r>
              <a:rPr lang="it-IT" sz="1600" dirty="0" err="1">
                <a:latin typeface="Georgia" panose="02040502050405020303" pitchFamily="18" charset="0"/>
              </a:rPr>
              <a:t>this</a:t>
            </a:r>
            <a:r>
              <a:rPr lang="it-IT" sz="1600" dirty="0">
                <a:latin typeface="Georgia" panose="02040502050405020303" pitchFamily="18" charset="0"/>
              </a:rPr>
              <a:t> way </a:t>
            </a:r>
            <a:r>
              <a:rPr lang="it-IT" sz="1600" dirty="0" err="1">
                <a:latin typeface="Georgia" panose="02040502050405020303" pitchFamily="18" charset="0"/>
              </a:rPr>
              <a:t>it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found</a:t>
            </a:r>
            <a:r>
              <a:rPr lang="it-IT" sz="1600" dirty="0">
                <a:latin typeface="Georgia" panose="02040502050405020303" pitchFamily="18" charset="0"/>
              </a:rPr>
              <a:t> the minimum </a:t>
            </a:r>
            <a:r>
              <a:rPr lang="it-IT" sz="1600" dirty="0" err="1">
                <a:latin typeface="Georgia" panose="02040502050405020303" pitchFamily="18" charset="0"/>
              </a:rPr>
              <a:t>stiffness</a:t>
            </a:r>
            <a:r>
              <a:rPr lang="it-IT" sz="1600" dirty="0">
                <a:latin typeface="Georgia" panose="02040502050405020303" pitchFamily="18" charset="0"/>
              </a:rPr>
              <a:t> of the body, </a:t>
            </a:r>
            <a:r>
              <a:rPr lang="it-IT" sz="1600" dirty="0" err="1">
                <a:latin typeface="Georgia" panose="02040502050405020303" pitchFamily="18" charset="0"/>
              </a:rPr>
              <a:t>as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is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assumed</a:t>
            </a:r>
            <a:r>
              <a:rPr lang="it-IT" sz="1600" dirty="0">
                <a:latin typeface="Georgia" panose="02040502050405020303" pitchFamily="18" charset="0"/>
              </a:rPr>
              <a:t> the </a:t>
            </a:r>
            <a:r>
              <a:rPr lang="it-IT" sz="1600" dirty="0" err="1">
                <a:latin typeface="Georgia" panose="02040502050405020303" pitchFamily="18" charset="0"/>
              </a:rPr>
              <a:t>most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critical</a:t>
            </a:r>
            <a:r>
              <a:rPr lang="it-IT" sz="1600" dirty="0">
                <a:latin typeface="Georgia" panose="02040502050405020303" pitchFamily="18" charset="0"/>
              </a:rPr>
              <a:t> point in design </a:t>
            </a:r>
            <a:r>
              <a:rPr lang="it-IT" sz="1600" dirty="0" err="1">
                <a:latin typeface="Georgia" panose="02040502050405020303" pitchFamily="18" charset="0"/>
              </a:rPr>
              <a:t>condition</a:t>
            </a:r>
            <a:endParaRPr lang="it-IT" sz="1600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BF12724-6FF6-6BBB-5B58-DBA6DD358F29}"/>
                  </a:ext>
                </a:extLst>
              </p:cNvPr>
              <p:cNvSpPr txBox="1"/>
              <p:nvPr/>
            </p:nvSpPr>
            <p:spPr>
              <a:xfrm>
                <a:off x="4147203" y="1485512"/>
                <a:ext cx="2113720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=4363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BF12724-6FF6-6BBB-5B58-DBA6DD358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7203" y="1485512"/>
                <a:ext cx="2113720" cy="5185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12EA450-0514-105F-8062-F24A91763F4F}"/>
                  </a:ext>
                </a:extLst>
              </p:cNvPr>
              <p:cNvSpPr txBox="1"/>
              <p:nvPr/>
            </p:nvSpPr>
            <p:spPr>
              <a:xfrm>
                <a:off x="6857272" y="3169730"/>
                <a:ext cx="1904688" cy="5185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it-IT" b="0" i="0" smtClean="0">
                          <a:latin typeface="Cambria Math" panose="02040503050406030204" pitchFamily="18" charset="0"/>
                        </a:rPr>
                        <m:t>=41 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𝑚𝑚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12EA450-0514-105F-8062-F24A91763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272" y="3169730"/>
                <a:ext cx="1904688" cy="518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5C18179-0850-2A95-B525-0F5DE49810BB}"/>
                  </a:ext>
                </a:extLst>
              </p:cNvPr>
              <p:cNvSpPr txBox="1"/>
              <p:nvPr/>
            </p:nvSpPr>
            <p:spPr>
              <a:xfrm>
                <a:off x="1332211" y="5247250"/>
                <a:ext cx="2125389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=17425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𝑁𝑚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𝑟𝑎𝑑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5C18179-0850-2A95-B525-0F5DE4981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211" y="5247250"/>
                <a:ext cx="2125389" cy="5203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magine 13" descr="Immagine che contiene testo, accessorio, bigliettodavisita, ombrello&#10;&#10;Descrizione generata automaticamente">
            <a:extLst>
              <a:ext uri="{FF2B5EF4-FFF2-40B4-BE49-F238E27FC236}">
                <a16:creationId xmlns:a16="http://schemas.microsoft.com/office/drawing/2014/main" id="{90F4AEB8-3113-4FCB-1B96-18FCC6FE90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9327" y="944694"/>
            <a:ext cx="2757023" cy="1868530"/>
          </a:xfrm>
          <a:prstGeom prst="rect">
            <a:avLst/>
          </a:prstGeom>
        </p:spPr>
      </p:pic>
      <p:pic>
        <p:nvPicPr>
          <p:cNvPr id="16" name="Immagine 15" descr="Immagine che contiene testo, bigliettodavisita&#10;&#10;Descrizione generata automaticamente">
            <a:extLst>
              <a:ext uri="{FF2B5EF4-FFF2-40B4-BE49-F238E27FC236}">
                <a16:creationId xmlns:a16="http://schemas.microsoft.com/office/drawing/2014/main" id="{F37F9187-41CC-C89C-BB79-34323D81D4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292" y="2813224"/>
            <a:ext cx="2577894" cy="1570105"/>
          </a:xfrm>
          <a:prstGeom prst="rect">
            <a:avLst/>
          </a:prstGeom>
        </p:spPr>
      </p:pic>
      <p:pic>
        <p:nvPicPr>
          <p:cNvPr id="18" name="Immagine 17" descr="Immagine che contiene accessorio&#10;&#10;Descrizione generata automaticamente">
            <a:extLst>
              <a:ext uri="{FF2B5EF4-FFF2-40B4-BE49-F238E27FC236}">
                <a16:creationId xmlns:a16="http://schemas.microsoft.com/office/drawing/2014/main" id="{53C78FCE-A80B-D122-00D2-D86A86E025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6955" y="4957427"/>
            <a:ext cx="2800378" cy="157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7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790F99-C881-47C9-B3DC-C959D4418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344152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B05B068-54E3-82EE-4B24-58A0BE9D00AA}"/>
              </a:ext>
            </a:extLst>
          </p:cNvPr>
          <p:cNvSpPr txBox="1"/>
          <p:nvPr/>
        </p:nvSpPr>
        <p:spPr>
          <a:xfrm>
            <a:off x="443412" y="2757002"/>
            <a:ext cx="4343688" cy="16061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Georgia" panose="02040502050405020303" pitchFamily="18" charset="0"/>
                <a:ea typeface="+mj-ea"/>
                <a:cs typeface="+mj-cs"/>
              </a:rPr>
              <a:t>Influence of number of spot weld on the stiffness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5CA0499-3EDC-CC0B-693E-9AC8AEE48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558" y="337621"/>
            <a:ext cx="5074209" cy="1877457"/>
          </a:xfrm>
          <a:prstGeom prst="rect">
            <a:avLst/>
          </a:prstGeom>
        </p:spPr>
      </p:pic>
      <p:pic>
        <p:nvPicPr>
          <p:cNvPr id="13" name="Immagine 12" descr="Immagine che contiene freccia&#10;&#10;Descrizione generata automaticamente">
            <a:extLst>
              <a:ext uri="{FF2B5EF4-FFF2-40B4-BE49-F238E27FC236}">
                <a16:creationId xmlns:a16="http://schemas.microsoft.com/office/drawing/2014/main" id="{55C5F606-AD7E-3C9E-00E0-B570DBBBD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558" y="2426646"/>
            <a:ext cx="5074209" cy="210579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2E5F929-0192-BA9D-738F-7720F1EC06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1558" y="4694377"/>
            <a:ext cx="5074210" cy="1814029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6AEC6A11-8B96-1335-1C7A-38BCCCE7C257}"/>
              </a:ext>
            </a:extLst>
          </p:cNvPr>
          <p:cNvSpPr txBox="1"/>
          <p:nvPr/>
        </p:nvSpPr>
        <p:spPr>
          <a:xfrm>
            <a:off x="3803904" y="1867718"/>
            <a:ext cx="2343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Welding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spacing</a:t>
            </a:r>
            <a:r>
              <a:rPr lang="it-IT" sz="1600" dirty="0">
                <a:latin typeface="Georgia" panose="02040502050405020303" pitchFamily="18" charset="0"/>
              </a:rPr>
              <a:t> 25mm </a:t>
            </a:r>
            <a:endParaRPr lang="it-IT" sz="1600" dirty="0">
              <a:latin typeface="Abadi Extra Light" panose="020B0204020104020204" pitchFamily="34" charset="0"/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A7593D4-4BE7-0853-B227-D7DE5F8DF45A}"/>
              </a:ext>
            </a:extLst>
          </p:cNvPr>
          <p:cNvSpPr txBox="1"/>
          <p:nvPr/>
        </p:nvSpPr>
        <p:spPr>
          <a:xfrm>
            <a:off x="3886200" y="6155786"/>
            <a:ext cx="2341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Welding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spacing</a:t>
            </a:r>
            <a:r>
              <a:rPr lang="it-IT" sz="1600" dirty="0">
                <a:latin typeface="Georgia" panose="02040502050405020303" pitchFamily="18" charset="0"/>
              </a:rPr>
              <a:t> 10mm 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B7218CE-38C5-B604-5EBB-EEF28BF6BAA9}"/>
              </a:ext>
            </a:extLst>
          </p:cNvPr>
          <p:cNvSpPr txBox="1"/>
          <p:nvPr/>
        </p:nvSpPr>
        <p:spPr>
          <a:xfrm>
            <a:off x="3803904" y="4197017"/>
            <a:ext cx="23433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>
                <a:latin typeface="Georgia" panose="02040502050405020303" pitchFamily="18" charset="0"/>
              </a:rPr>
              <a:t>Welding</a:t>
            </a:r>
            <a:r>
              <a:rPr lang="it-IT" sz="1600" dirty="0">
                <a:latin typeface="Georgia" panose="02040502050405020303" pitchFamily="18" charset="0"/>
              </a:rPr>
              <a:t> </a:t>
            </a:r>
            <a:r>
              <a:rPr lang="it-IT" sz="1600" dirty="0" err="1">
                <a:latin typeface="Georgia" panose="02040502050405020303" pitchFamily="18" charset="0"/>
              </a:rPr>
              <a:t>spacing</a:t>
            </a:r>
            <a:r>
              <a:rPr lang="it-IT" sz="1600" dirty="0">
                <a:latin typeface="Georgia" panose="02040502050405020303" pitchFamily="18" charset="0"/>
              </a:rPr>
              <a:t> 50mm </a:t>
            </a:r>
          </a:p>
        </p:txBody>
      </p:sp>
      <p:sp>
        <p:nvSpPr>
          <p:cNvPr id="2" name="Freccia a destra 1">
            <a:extLst>
              <a:ext uri="{FF2B5EF4-FFF2-40B4-BE49-F238E27FC236}">
                <a16:creationId xmlns:a16="http://schemas.microsoft.com/office/drawing/2014/main" id="{711DEC31-FFD3-75D3-E182-B7F3F78D9B58}"/>
              </a:ext>
            </a:extLst>
          </p:cNvPr>
          <p:cNvSpPr/>
          <p:nvPr/>
        </p:nvSpPr>
        <p:spPr>
          <a:xfrm>
            <a:off x="6060147" y="1869079"/>
            <a:ext cx="500218" cy="3603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Freccia a destra 2">
            <a:extLst>
              <a:ext uri="{FF2B5EF4-FFF2-40B4-BE49-F238E27FC236}">
                <a16:creationId xmlns:a16="http://schemas.microsoft.com/office/drawing/2014/main" id="{12BFAD17-C4D3-4080-F9F3-8F4D93C7DB1E}"/>
              </a:ext>
            </a:extLst>
          </p:cNvPr>
          <p:cNvSpPr/>
          <p:nvPr/>
        </p:nvSpPr>
        <p:spPr>
          <a:xfrm>
            <a:off x="6094476" y="4205181"/>
            <a:ext cx="500218" cy="3603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ccia a destra 3">
            <a:extLst>
              <a:ext uri="{FF2B5EF4-FFF2-40B4-BE49-F238E27FC236}">
                <a16:creationId xmlns:a16="http://schemas.microsoft.com/office/drawing/2014/main" id="{E1860C7B-A1C0-268E-7CC0-D997B3205C03}"/>
              </a:ext>
            </a:extLst>
          </p:cNvPr>
          <p:cNvSpPr/>
          <p:nvPr/>
        </p:nvSpPr>
        <p:spPr>
          <a:xfrm>
            <a:off x="6111340" y="6142617"/>
            <a:ext cx="500218" cy="3603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397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8BC803E-13F3-4DAB-B17C-BEB007616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DDE571-E57F-4AB5-83C7-30EB5DDCC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12191996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14BB71B-EA0C-8B7E-342A-109E35CD4F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" b="2498"/>
          <a:stretch/>
        </p:blipFill>
        <p:spPr>
          <a:xfrm>
            <a:off x="5702174" y="0"/>
            <a:ext cx="6489823" cy="3429002"/>
          </a:xfrm>
          <a:custGeom>
            <a:avLst/>
            <a:gdLst/>
            <a:ahLst/>
            <a:cxnLst/>
            <a:rect l="l" t="t" r="r" b="b"/>
            <a:pathLst>
              <a:path w="6489823" h="3421047">
                <a:moveTo>
                  <a:pt x="383239" y="0"/>
                </a:moveTo>
                <a:lnTo>
                  <a:pt x="6489823" y="0"/>
                </a:lnTo>
                <a:lnTo>
                  <a:pt x="6489823" y="3421047"/>
                </a:lnTo>
                <a:lnTo>
                  <a:pt x="0" y="3421047"/>
                </a:lnTo>
                <a:lnTo>
                  <a:pt x="10162" y="3368785"/>
                </a:lnTo>
                <a:cubicBezTo>
                  <a:pt x="15448" y="3346584"/>
                  <a:pt x="22094" y="3323293"/>
                  <a:pt x="30699" y="3298569"/>
                </a:cubicBezTo>
                <a:cubicBezTo>
                  <a:pt x="41150" y="3275988"/>
                  <a:pt x="42443" y="3246652"/>
                  <a:pt x="33589" y="3233050"/>
                </a:cubicBezTo>
                <a:cubicBezTo>
                  <a:pt x="32065" y="3230708"/>
                  <a:pt x="30291" y="3228932"/>
                  <a:pt x="28325" y="3227777"/>
                </a:cubicBezTo>
                <a:cubicBezTo>
                  <a:pt x="30678" y="3188484"/>
                  <a:pt x="72205" y="3103624"/>
                  <a:pt x="73382" y="3050568"/>
                </a:cubicBezTo>
                <a:cubicBezTo>
                  <a:pt x="69165" y="3022639"/>
                  <a:pt x="68605" y="2960322"/>
                  <a:pt x="84953" y="2920501"/>
                </a:cubicBezTo>
                <a:cubicBezTo>
                  <a:pt x="69327" y="2932298"/>
                  <a:pt x="121103" y="2664904"/>
                  <a:pt x="109217" y="2657859"/>
                </a:cubicBezTo>
                <a:cubicBezTo>
                  <a:pt x="110075" y="2597031"/>
                  <a:pt x="138136" y="2522558"/>
                  <a:pt x="139777" y="2464312"/>
                </a:cubicBezTo>
                <a:cubicBezTo>
                  <a:pt x="141801" y="2450201"/>
                  <a:pt x="199861" y="2246813"/>
                  <a:pt x="198683" y="2236608"/>
                </a:cubicBezTo>
                <a:lnTo>
                  <a:pt x="283684" y="1924542"/>
                </a:lnTo>
                <a:cubicBezTo>
                  <a:pt x="313071" y="1811100"/>
                  <a:pt x="307196" y="1868801"/>
                  <a:pt x="336583" y="1755359"/>
                </a:cubicBezTo>
                <a:cubicBezTo>
                  <a:pt x="383246" y="1573239"/>
                  <a:pt x="363875" y="1577802"/>
                  <a:pt x="409119" y="1401207"/>
                </a:cubicBezTo>
                <a:cubicBezTo>
                  <a:pt x="428998" y="1329345"/>
                  <a:pt x="403240" y="1279669"/>
                  <a:pt x="421957" y="1175450"/>
                </a:cubicBezTo>
                <a:cubicBezTo>
                  <a:pt x="442602" y="1107577"/>
                  <a:pt x="340683" y="794854"/>
                  <a:pt x="369233" y="688836"/>
                </a:cubicBezTo>
                <a:cubicBezTo>
                  <a:pt x="378440" y="610640"/>
                  <a:pt x="331945" y="587322"/>
                  <a:pt x="346155" y="513896"/>
                </a:cubicBezTo>
                <a:cubicBezTo>
                  <a:pt x="351974" y="496939"/>
                  <a:pt x="362179" y="406394"/>
                  <a:pt x="344911" y="393010"/>
                </a:cubicBezTo>
                <a:cubicBezTo>
                  <a:pt x="389436" y="301493"/>
                  <a:pt x="356186" y="264408"/>
                  <a:pt x="369960" y="232042"/>
                </a:cubicBezTo>
                <a:cubicBezTo>
                  <a:pt x="394611" y="153791"/>
                  <a:pt x="372056" y="165633"/>
                  <a:pt x="392742" y="72037"/>
                </a:cubicBezTo>
                <a:cubicBezTo>
                  <a:pt x="398537" y="53819"/>
                  <a:pt x="397997" y="38693"/>
                  <a:pt x="394525" y="25405"/>
                </a:cubicBezTo>
                <a:close/>
              </a:path>
            </a:pathLst>
          </a:cu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EAAF7E-1A42-F152-407D-BF2118B79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2" b="4482"/>
          <a:stretch/>
        </p:blipFill>
        <p:spPr>
          <a:xfrm>
            <a:off x="5419420" y="3428996"/>
            <a:ext cx="6772580" cy="3429000"/>
          </a:xfrm>
          <a:custGeom>
            <a:avLst/>
            <a:gdLst/>
            <a:ahLst/>
            <a:cxnLst/>
            <a:rect l="l" t="t" r="r" b="b"/>
            <a:pathLst>
              <a:path w="6772580" h="3429000">
                <a:moveTo>
                  <a:pt x="271594" y="0"/>
                </a:moveTo>
                <a:lnTo>
                  <a:pt x="6772580" y="0"/>
                </a:lnTo>
                <a:lnTo>
                  <a:pt x="6772580" y="3429000"/>
                </a:lnTo>
                <a:lnTo>
                  <a:pt x="8976" y="3429000"/>
                </a:lnTo>
                <a:lnTo>
                  <a:pt x="7894" y="3419403"/>
                </a:lnTo>
                <a:cubicBezTo>
                  <a:pt x="2772" y="3402540"/>
                  <a:pt x="-7409" y="3393117"/>
                  <a:pt x="8790" y="3369074"/>
                </a:cubicBezTo>
                <a:cubicBezTo>
                  <a:pt x="18674" y="3308209"/>
                  <a:pt x="52540" y="3147708"/>
                  <a:pt x="69466" y="3074368"/>
                </a:cubicBezTo>
                <a:cubicBezTo>
                  <a:pt x="86170" y="2985158"/>
                  <a:pt x="141939" y="2988106"/>
                  <a:pt x="138108" y="2937087"/>
                </a:cubicBezTo>
                <a:lnTo>
                  <a:pt x="159153" y="2788751"/>
                </a:lnTo>
                <a:cubicBezTo>
                  <a:pt x="164508" y="2771521"/>
                  <a:pt x="169861" y="2754291"/>
                  <a:pt x="175215" y="2737061"/>
                </a:cubicBezTo>
                <a:lnTo>
                  <a:pt x="178713" y="2662493"/>
                </a:lnTo>
                <a:cubicBezTo>
                  <a:pt x="182744" y="2662176"/>
                  <a:pt x="175495" y="2610710"/>
                  <a:pt x="177952" y="2608178"/>
                </a:cubicBezTo>
                <a:lnTo>
                  <a:pt x="200637" y="2557490"/>
                </a:lnTo>
                <a:lnTo>
                  <a:pt x="210272" y="2500823"/>
                </a:lnTo>
                <a:cubicBezTo>
                  <a:pt x="210821" y="2477149"/>
                  <a:pt x="233533" y="2498323"/>
                  <a:pt x="235189" y="2456370"/>
                </a:cubicBezTo>
                <a:cubicBezTo>
                  <a:pt x="241238" y="2390087"/>
                  <a:pt x="270663" y="2342381"/>
                  <a:pt x="270108" y="2307778"/>
                </a:cubicBezTo>
                <a:cubicBezTo>
                  <a:pt x="279775" y="2252634"/>
                  <a:pt x="274008" y="2281735"/>
                  <a:pt x="270232" y="2227103"/>
                </a:cubicBezTo>
                <a:cubicBezTo>
                  <a:pt x="277898" y="2187203"/>
                  <a:pt x="273018" y="2179895"/>
                  <a:pt x="278972" y="2138456"/>
                </a:cubicBezTo>
                <a:cubicBezTo>
                  <a:pt x="286874" y="2113373"/>
                  <a:pt x="293454" y="2098825"/>
                  <a:pt x="284204" y="2092747"/>
                </a:cubicBezTo>
                <a:cubicBezTo>
                  <a:pt x="285267" y="2080110"/>
                  <a:pt x="308510" y="2021121"/>
                  <a:pt x="306856" y="2003128"/>
                </a:cubicBezTo>
                <a:lnTo>
                  <a:pt x="296216" y="1944367"/>
                </a:lnTo>
                <a:lnTo>
                  <a:pt x="316030" y="1836128"/>
                </a:lnTo>
                <a:cubicBezTo>
                  <a:pt x="300726" y="1810623"/>
                  <a:pt x="342411" y="1768654"/>
                  <a:pt x="329496" y="1735241"/>
                </a:cubicBezTo>
                <a:cubicBezTo>
                  <a:pt x="331336" y="1711720"/>
                  <a:pt x="339485" y="1722162"/>
                  <a:pt x="343347" y="1679383"/>
                </a:cubicBezTo>
                <a:cubicBezTo>
                  <a:pt x="349669" y="1616089"/>
                  <a:pt x="356013" y="1614119"/>
                  <a:pt x="360800" y="1554542"/>
                </a:cubicBezTo>
                <a:cubicBezTo>
                  <a:pt x="361799" y="1491472"/>
                  <a:pt x="380405" y="1496141"/>
                  <a:pt x="377978" y="1470595"/>
                </a:cubicBezTo>
                <a:cubicBezTo>
                  <a:pt x="371480" y="1445071"/>
                  <a:pt x="407310" y="1366942"/>
                  <a:pt x="396801" y="1354553"/>
                </a:cubicBezTo>
                <a:cubicBezTo>
                  <a:pt x="387984" y="1324635"/>
                  <a:pt x="389939" y="1306198"/>
                  <a:pt x="378799" y="1292983"/>
                </a:cubicBezTo>
                <a:cubicBezTo>
                  <a:pt x="368230" y="1254082"/>
                  <a:pt x="380918" y="1242866"/>
                  <a:pt x="362697" y="1241293"/>
                </a:cubicBezTo>
                <a:lnTo>
                  <a:pt x="339388" y="1147085"/>
                </a:lnTo>
                <a:cubicBezTo>
                  <a:pt x="350485" y="1118433"/>
                  <a:pt x="353159" y="1072754"/>
                  <a:pt x="339952" y="1071934"/>
                </a:cubicBezTo>
                <a:cubicBezTo>
                  <a:pt x="327895" y="1004911"/>
                  <a:pt x="358371" y="924985"/>
                  <a:pt x="347188" y="889800"/>
                </a:cubicBezTo>
                <a:cubicBezTo>
                  <a:pt x="334220" y="804597"/>
                  <a:pt x="342717" y="786582"/>
                  <a:pt x="338803" y="749936"/>
                </a:cubicBezTo>
                <a:cubicBezTo>
                  <a:pt x="334890" y="713292"/>
                  <a:pt x="337271" y="707557"/>
                  <a:pt x="323706" y="669931"/>
                </a:cubicBezTo>
                <a:lnTo>
                  <a:pt x="313326" y="559992"/>
                </a:lnTo>
                <a:cubicBezTo>
                  <a:pt x="314747" y="543769"/>
                  <a:pt x="268004" y="450294"/>
                  <a:pt x="272650" y="451529"/>
                </a:cubicBezTo>
                <a:lnTo>
                  <a:pt x="256593" y="392499"/>
                </a:lnTo>
                <a:cubicBezTo>
                  <a:pt x="276778" y="343341"/>
                  <a:pt x="246535" y="361906"/>
                  <a:pt x="249583" y="321981"/>
                </a:cubicBezTo>
                <a:cubicBezTo>
                  <a:pt x="256450" y="297359"/>
                  <a:pt x="256557" y="284789"/>
                  <a:pt x="245172" y="280016"/>
                </a:cubicBezTo>
                <a:cubicBezTo>
                  <a:pt x="279102" y="164139"/>
                  <a:pt x="241674" y="235649"/>
                  <a:pt x="249784" y="152538"/>
                </a:cubicBezTo>
                <a:cubicBezTo>
                  <a:pt x="254846" y="115053"/>
                  <a:pt x="258144" y="77317"/>
                  <a:pt x="264479" y="36591"/>
                </a:cubicBezTo>
                <a:close/>
              </a:path>
            </a:pathLst>
          </a:custGeom>
        </p:spPr>
      </p:pic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9D22441-6B35-0A87-9B60-D64627A51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570507"/>
              </p:ext>
            </p:extLst>
          </p:nvPr>
        </p:nvGraphicFramePr>
        <p:xfrm>
          <a:off x="6800221" y="3340051"/>
          <a:ext cx="3274539" cy="1789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9301">
                  <a:extLst>
                    <a:ext uri="{9D8B030D-6E8A-4147-A177-3AD203B41FA5}">
                      <a16:colId xmlns:a16="http://schemas.microsoft.com/office/drawing/2014/main" val="2189799049"/>
                    </a:ext>
                  </a:extLst>
                </a:gridCol>
                <a:gridCol w="2295238">
                  <a:extLst>
                    <a:ext uri="{9D8B030D-6E8A-4147-A177-3AD203B41FA5}">
                      <a16:colId xmlns:a16="http://schemas.microsoft.com/office/drawing/2014/main" val="1451367645"/>
                    </a:ext>
                  </a:extLst>
                </a:gridCol>
              </a:tblGrid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600" u="none" strike="noStrike" dirty="0" err="1">
                          <a:effectLst/>
                          <a:latin typeface="Georgia" panose="02040502050405020303" pitchFamily="18" charset="0"/>
                        </a:rPr>
                        <a:t>Sw</a:t>
                      </a:r>
                      <a:endParaRPr lang="it-IT" sz="16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600" u="none" strike="noStrike" dirty="0" err="1">
                          <a:effectLst/>
                          <a:latin typeface="Georgia" panose="02040502050405020303" pitchFamily="18" charset="0"/>
                        </a:rPr>
                        <a:t>Torsional</a:t>
                      </a:r>
                      <a:r>
                        <a:rPr lang="it-IT" sz="1600" u="none" strike="noStrike" dirty="0">
                          <a:effectLst/>
                          <a:latin typeface="Georgia" panose="02040502050405020303" pitchFamily="18" charset="0"/>
                        </a:rPr>
                        <a:t> </a:t>
                      </a:r>
                      <a:r>
                        <a:rPr lang="it-IT" sz="1600" u="none" strike="noStrike" dirty="0" err="1">
                          <a:effectLst/>
                          <a:latin typeface="Georgia" panose="02040502050405020303" pitchFamily="18" charset="0"/>
                        </a:rPr>
                        <a:t>stiffness</a:t>
                      </a:r>
                      <a:endParaRPr lang="it-IT" sz="16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0646791"/>
                  </a:ext>
                </a:extLst>
              </a:tr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50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17425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9886"/>
                  </a:ext>
                </a:extLst>
              </a:tr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Abadi Extra Light" panose="020B0204020104020204" pitchFamily="34" charset="0"/>
                        </a:rPr>
                        <a:t>25</a:t>
                      </a:r>
                      <a:endParaRPr lang="it-IT" sz="1400" b="1" i="0" u="none" strike="noStrike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19956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829253"/>
                  </a:ext>
                </a:extLst>
              </a:tr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Abadi Extra Light" panose="020B0204020104020204" pitchFamily="34" charset="0"/>
                        </a:rPr>
                        <a:t>10</a:t>
                      </a:r>
                      <a:endParaRPr lang="it-IT" sz="1400" b="1" i="0" u="none" strike="noStrike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21436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889653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1CF86DFE-7983-CA3B-A420-1337B5A3CD1B}"/>
              </a:ext>
            </a:extLst>
          </p:cNvPr>
          <p:cNvSpPr txBox="1"/>
          <p:nvPr/>
        </p:nvSpPr>
        <p:spPr>
          <a:xfrm>
            <a:off x="1139320" y="5789709"/>
            <a:ext cx="9913357" cy="52322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it-IT" sz="1400" dirty="0">
                <a:latin typeface="Georgia" panose="02040502050405020303" pitchFamily="18" charset="0"/>
              </a:rPr>
              <a:t>*</a:t>
            </a:r>
            <a:r>
              <a:rPr lang="it-IT" sz="1400" dirty="0" err="1">
                <a:latin typeface="Georgia" panose="02040502050405020303" pitchFamily="18" charset="0"/>
              </a:rPr>
              <a:t>Sw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means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welding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spacing</a:t>
            </a:r>
            <a:r>
              <a:rPr lang="it-IT" sz="1400" dirty="0">
                <a:latin typeface="Georgia" panose="02040502050405020303" pitchFamily="18" charset="0"/>
              </a:rPr>
              <a:t>, a </a:t>
            </a:r>
            <a:r>
              <a:rPr lang="it-IT" sz="1400" dirty="0" err="1">
                <a:latin typeface="Georgia" panose="02040502050405020303" pitchFamily="18" charset="0"/>
              </a:rPr>
              <a:t>parameter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given</a:t>
            </a:r>
            <a:r>
              <a:rPr lang="it-IT" sz="1400" dirty="0">
                <a:latin typeface="Georgia" panose="02040502050405020303" pitchFamily="18" charset="0"/>
              </a:rPr>
              <a:t> to the </a:t>
            </a:r>
            <a:r>
              <a:rPr lang="it-IT" sz="1400" dirty="0" err="1">
                <a:latin typeface="Georgia" panose="02040502050405020303" pitchFamily="18" charset="0"/>
              </a:rPr>
              <a:t>program</a:t>
            </a:r>
            <a:r>
              <a:rPr lang="it-IT" sz="1400" dirty="0">
                <a:latin typeface="Georgia" panose="02040502050405020303" pitchFamily="18" charset="0"/>
              </a:rPr>
              <a:t> to </a:t>
            </a:r>
            <a:r>
              <a:rPr lang="it-IT" sz="1400" dirty="0" err="1">
                <a:latin typeface="Georgia" panose="02040502050405020303" pitchFamily="18" charset="0"/>
              </a:rPr>
              <a:t>change</a:t>
            </a:r>
            <a:r>
              <a:rPr lang="it-IT" sz="1400" dirty="0">
                <a:latin typeface="Georgia" panose="02040502050405020303" pitchFamily="18" charset="0"/>
              </a:rPr>
              <a:t> the </a:t>
            </a:r>
            <a:r>
              <a:rPr lang="it-IT" sz="1400" dirty="0" err="1">
                <a:latin typeface="Georgia" panose="02040502050405020303" pitchFamily="18" charset="0"/>
              </a:rPr>
              <a:t>number</a:t>
            </a:r>
            <a:r>
              <a:rPr lang="it-IT" sz="1400" dirty="0">
                <a:latin typeface="Georgia" panose="02040502050405020303" pitchFamily="18" charset="0"/>
              </a:rPr>
              <a:t> of </a:t>
            </a:r>
            <a:r>
              <a:rPr lang="it-IT" sz="1400" dirty="0" err="1">
                <a:latin typeface="Georgia" panose="02040502050405020303" pitchFamily="18" charset="0"/>
              </a:rPr>
              <a:t>welding</a:t>
            </a:r>
            <a:r>
              <a:rPr lang="it-IT" sz="1400" dirty="0">
                <a:latin typeface="Georgia" panose="02040502050405020303" pitchFamily="18" charset="0"/>
              </a:rPr>
              <a:t>, </a:t>
            </a:r>
            <a:r>
              <a:rPr lang="it-IT" sz="1400" dirty="0" err="1">
                <a:latin typeface="Georgia" panose="02040502050405020303" pitchFamily="18" charset="0"/>
              </a:rPr>
              <a:t>reducing</a:t>
            </a:r>
            <a:r>
              <a:rPr lang="it-IT" sz="1400" dirty="0">
                <a:latin typeface="Georgia" panose="02040502050405020303" pitchFamily="18" charset="0"/>
              </a:rPr>
              <a:t> the </a:t>
            </a:r>
            <a:r>
              <a:rPr lang="it-IT" sz="1400" dirty="0" err="1">
                <a:latin typeface="Georgia" panose="02040502050405020303" pitchFamily="18" charset="0"/>
              </a:rPr>
              <a:t>distance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between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each</a:t>
            </a:r>
            <a:r>
              <a:rPr lang="it-IT" sz="1400" dirty="0">
                <a:latin typeface="Georgia" panose="02040502050405020303" pitchFamily="18" charset="0"/>
              </a:rPr>
              <a:t> one. The </a:t>
            </a:r>
            <a:r>
              <a:rPr lang="it-IT" sz="1400" dirty="0" err="1">
                <a:latin typeface="Georgia" panose="02040502050405020303" pitchFamily="18" charset="0"/>
              </a:rPr>
              <a:t>aim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is</a:t>
            </a:r>
            <a:r>
              <a:rPr lang="it-IT" sz="1400" dirty="0">
                <a:latin typeface="Georgia" panose="02040502050405020303" pitchFamily="18" charset="0"/>
              </a:rPr>
              <a:t> </a:t>
            </a:r>
            <a:r>
              <a:rPr lang="it-IT" sz="1400" dirty="0" err="1">
                <a:latin typeface="Georgia" panose="02040502050405020303" pitchFamily="18" charset="0"/>
              </a:rPr>
              <a:t>studing</a:t>
            </a:r>
            <a:r>
              <a:rPr lang="it-IT" sz="1400" dirty="0">
                <a:latin typeface="Georgia" panose="02040502050405020303" pitchFamily="18" charset="0"/>
              </a:rPr>
              <a:t> the </a:t>
            </a:r>
            <a:r>
              <a:rPr lang="it-IT" sz="1400" dirty="0" err="1">
                <a:latin typeface="Georgia" panose="02040502050405020303" pitchFamily="18" charset="0"/>
              </a:rPr>
              <a:t>behaviour</a:t>
            </a:r>
            <a:r>
              <a:rPr lang="it-IT" sz="1400" dirty="0">
                <a:latin typeface="Georgia" panose="02040502050405020303" pitchFamily="18" charset="0"/>
              </a:rPr>
              <a:t> of the </a:t>
            </a:r>
            <a:r>
              <a:rPr lang="it-IT" sz="1400" dirty="0" err="1">
                <a:latin typeface="Georgia" panose="02040502050405020303" pitchFamily="18" charset="0"/>
              </a:rPr>
              <a:t>stiffnesses</a:t>
            </a:r>
            <a:r>
              <a:rPr lang="it-IT" sz="1400" dirty="0">
                <a:latin typeface="Georgia" panose="02040502050405020303" pitchFamily="18" charset="0"/>
              </a:rPr>
              <a:t> of the body </a:t>
            </a:r>
            <a:r>
              <a:rPr lang="it-IT" sz="1400" dirty="0" err="1">
                <a:latin typeface="Georgia" panose="02040502050405020303" pitchFamily="18" charset="0"/>
              </a:rPr>
              <a:t>increasing</a:t>
            </a:r>
            <a:r>
              <a:rPr lang="it-IT" sz="1400" dirty="0">
                <a:latin typeface="Georgia" panose="02040502050405020303" pitchFamily="18" charset="0"/>
              </a:rPr>
              <a:t> the </a:t>
            </a:r>
            <a:r>
              <a:rPr lang="it-IT" sz="1400" dirty="0" err="1">
                <a:latin typeface="Georgia" panose="02040502050405020303" pitchFamily="18" charset="0"/>
              </a:rPr>
              <a:t>number</a:t>
            </a:r>
            <a:r>
              <a:rPr lang="it-IT" sz="1400" dirty="0">
                <a:latin typeface="Georgia" panose="02040502050405020303" pitchFamily="18" charset="0"/>
              </a:rPr>
              <a:t> of </a:t>
            </a:r>
            <a:r>
              <a:rPr lang="it-IT" sz="1400" dirty="0" err="1">
                <a:latin typeface="Georgia" panose="02040502050405020303" pitchFamily="18" charset="0"/>
              </a:rPr>
              <a:t>welding</a:t>
            </a:r>
            <a:r>
              <a:rPr lang="it-IT" sz="1400" dirty="0">
                <a:latin typeface="Georgia" panose="02040502050405020303" pitchFamily="18" charset="0"/>
              </a:rPr>
              <a:t>.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31C97A2D-BE71-9639-C8D0-4116C83F59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696356"/>
              </p:ext>
            </p:extLst>
          </p:nvPr>
        </p:nvGraphicFramePr>
        <p:xfrm>
          <a:off x="1738681" y="3353760"/>
          <a:ext cx="3274539" cy="1789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9301">
                  <a:extLst>
                    <a:ext uri="{9D8B030D-6E8A-4147-A177-3AD203B41FA5}">
                      <a16:colId xmlns:a16="http://schemas.microsoft.com/office/drawing/2014/main" val="314665783"/>
                    </a:ext>
                  </a:extLst>
                </a:gridCol>
                <a:gridCol w="1147619">
                  <a:extLst>
                    <a:ext uri="{9D8B030D-6E8A-4147-A177-3AD203B41FA5}">
                      <a16:colId xmlns:a16="http://schemas.microsoft.com/office/drawing/2014/main" val="194631156"/>
                    </a:ext>
                  </a:extLst>
                </a:gridCol>
                <a:gridCol w="1147619">
                  <a:extLst>
                    <a:ext uri="{9D8B030D-6E8A-4147-A177-3AD203B41FA5}">
                      <a16:colId xmlns:a16="http://schemas.microsoft.com/office/drawing/2014/main" val="1994571990"/>
                    </a:ext>
                  </a:extLst>
                </a:gridCol>
              </a:tblGrid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dirty="0">
                          <a:effectLst/>
                          <a:latin typeface="Abadi Extra Light" panose="020B0204020104020204" pitchFamily="34" charset="0"/>
                        </a:rPr>
                        <a:t> </a:t>
                      </a:r>
                      <a:r>
                        <a:rPr lang="it-IT" sz="1800" u="none" strike="noStrike" dirty="0" err="1">
                          <a:effectLst/>
                          <a:latin typeface="Georgia" panose="02040502050405020303" pitchFamily="18" charset="0"/>
                        </a:rPr>
                        <a:t>Sw</a:t>
                      </a:r>
                      <a:endParaRPr lang="it-IT" sz="18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dirty="0">
                          <a:effectLst/>
                          <a:latin typeface="Abadi Extra Light" panose="020B0204020104020204" pitchFamily="34" charset="0"/>
                        </a:rPr>
                        <a:t> </a:t>
                      </a:r>
                      <a:r>
                        <a:rPr lang="it-IT" sz="1800" u="none" strike="noStrike" dirty="0" err="1">
                          <a:effectLst/>
                          <a:latin typeface="Georgia" panose="02040502050405020303" pitchFamily="18" charset="0"/>
                        </a:rPr>
                        <a:t>K</a:t>
                      </a:r>
                      <a:r>
                        <a:rPr lang="it-IT" sz="1800" u="none" strike="noStrike" baseline="-25000" dirty="0" err="1">
                          <a:effectLst/>
                          <a:latin typeface="Georgia" panose="02040502050405020303" pitchFamily="18" charset="0"/>
                        </a:rPr>
                        <a:t>x</a:t>
                      </a:r>
                      <a:endParaRPr lang="it-IT" sz="1800" u="none" strike="noStrike" baseline="-25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800" u="none" strike="noStrike" dirty="0">
                          <a:effectLst/>
                          <a:latin typeface="Abadi Extra Light" panose="020B0204020104020204" pitchFamily="34" charset="0"/>
                        </a:rPr>
                        <a:t> </a:t>
                      </a:r>
                      <a:r>
                        <a:rPr lang="it-IT" sz="1800" u="none" strike="noStrike" dirty="0" err="1">
                          <a:effectLst/>
                          <a:latin typeface="Georgia" panose="02040502050405020303" pitchFamily="18" charset="0"/>
                        </a:rPr>
                        <a:t>K</a:t>
                      </a:r>
                      <a:r>
                        <a:rPr lang="it-IT" sz="1800" u="none" strike="noStrike" baseline="-25000" dirty="0" err="1">
                          <a:effectLst/>
                          <a:latin typeface="Georgia" panose="02040502050405020303" pitchFamily="18" charset="0"/>
                        </a:rPr>
                        <a:t>z</a:t>
                      </a:r>
                      <a:endParaRPr lang="it-IT" sz="1800" u="none" strike="noStrike" baseline="-25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2750990"/>
                  </a:ext>
                </a:extLst>
              </a:tr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50</a:t>
                      </a:r>
                      <a:endParaRPr lang="it-IT" sz="1400" b="1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Abadi Extra Light" panose="020B0204020104020204" pitchFamily="34" charset="0"/>
                        </a:rPr>
                        <a:t>41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Abadi Extra Light" panose="020B0204020104020204" pitchFamily="34" charset="0"/>
                        </a:rPr>
                        <a:t>4363</a:t>
                      </a:r>
                      <a:endParaRPr lang="it-IT" sz="1400" b="0" i="0" u="none" strike="noStrike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9624763"/>
                  </a:ext>
                </a:extLst>
              </a:tr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Abadi Extra Light" panose="020B0204020104020204" pitchFamily="34" charset="0"/>
                        </a:rPr>
                        <a:t>25</a:t>
                      </a:r>
                      <a:endParaRPr lang="it-IT" sz="1400" b="1" i="0" u="none" strike="noStrike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badi Extra Light" panose="020B0204020104020204" pitchFamily="34" charset="0"/>
                        </a:rPr>
                        <a:t>42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4640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160861"/>
                  </a:ext>
                </a:extLst>
              </a:tr>
              <a:tr h="447434"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>
                          <a:effectLst/>
                          <a:latin typeface="Abadi Extra Light" panose="020B0204020104020204" pitchFamily="34" charset="0"/>
                        </a:rPr>
                        <a:t>10</a:t>
                      </a:r>
                      <a:endParaRPr lang="it-IT" sz="1400" b="1" i="0" u="none" strike="noStrike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42,7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400" u="none" strike="noStrike" dirty="0">
                          <a:effectLst/>
                          <a:latin typeface="Abadi Extra Light" panose="020B0204020104020204" pitchFamily="34" charset="0"/>
                        </a:rPr>
                        <a:t>4784</a:t>
                      </a:r>
                      <a:endParaRPr lang="it-IT" sz="1400" b="0" i="0" u="none" strike="noStrike" dirty="0">
                        <a:solidFill>
                          <a:srgbClr val="000000"/>
                        </a:solidFill>
                        <a:effectLst/>
                        <a:latin typeface="Abadi Extra Light" panose="020B0204020104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901972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65CC68-5219-0397-CDC3-63596E7D66EC}"/>
              </a:ext>
            </a:extLst>
          </p:cNvPr>
          <p:cNvSpPr txBox="1"/>
          <p:nvPr/>
        </p:nvSpPr>
        <p:spPr>
          <a:xfrm>
            <a:off x="150016" y="320702"/>
            <a:ext cx="47397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it-IT" sz="4400" dirty="0">
                <a:latin typeface="Georgia" panose="02040502050405020303" pitchFamily="18" charset="0"/>
              </a:rPr>
              <a:t>Critical </a:t>
            </a:r>
            <a:r>
              <a:rPr lang="it-IT" sz="4400" dirty="0" err="1">
                <a:latin typeface="Georgia" panose="02040502050405020303" pitchFamily="18" charset="0"/>
              </a:rPr>
              <a:t>analysis</a:t>
            </a:r>
            <a:endParaRPr lang="it-IT" sz="4400" dirty="0">
              <a:latin typeface="Georgia" panose="02040502050405020303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01201-73A6-26E4-97E4-6AB3B7BBD26D}"/>
              </a:ext>
            </a:extLst>
          </p:cNvPr>
          <p:cNvSpPr txBox="1"/>
          <p:nvPr/>
        </p:nvSpPr>
        <p:spPr>
          <a:xfrm>
            <a:off x="640634" y="1323719"/>
            <a:ext cx="108416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Georgia" panose="02040502050405020303" pitchFamily="18" charset="0"/>
              </a:rPr>
              <a:t>Thanks to an </a:t>
            </a:r>
            <a:r>
              <a:rPr lang="it-IT" dirty="0" err="1">
                <a:latin typeface="Georgia" panose="02040502050405020303" pitchFamily="18" charset="0"/>
              </a:rPr>
              <a:t>increase</a:t>
            </a:r>
            <a:r>
              <a:rPr lang="it-IT" dirty="0">
                <a:latin typeface="Georgia" panose="02040502050405020303" pitchFamily="18" charset="0"/>
              </a:rPr>
              <a:t> in the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spot </a:t>
            </a:r>
            <a:r>
              <a:rPr lang="it-IT" dirty="0" err="1">
                <a:latin typeface="Georgia" panose="02040502050405020303" pitchFamily="18" charset="0"/>
              </a:rPr>
              <a:t>welds</a:t>
            </a:r>
            <a:r>
              <a:rPr lang="it-IT" dirty="0">
                <a:latin typeface="Georgia" panose="02040502050405020303" pitchFamily="18" charset="0"/>
              </a:rPr>
              <a:t> and so a </a:t>
            </a:r>
            <a:r>
              <a:rPr lang="it-IT" dirty="0" err="1">
                <a:latin typeface="Georgia" panose="02040502050405020303" pitchFamily="18" charset="0"/>
              </a:rPr>
              <a:t>decrease</a:t>
            </a:r>
            <a:r>
              <a:rPr lang="it-IT" dirty="0">
                <a:latin typeface="Georgia" panose="02040502050405020303" pitchFamily="18" charset="0"/>
              </a:rPr>
              <a:t> in the </a:t>
            </a:r>
            <a:r>
              <a:rPr lang="it-IT" dirty="0" err="1">
                <a:latin typeface="Georgia" panose="02040502050405020303" pitchFamily="18" charset="0"/>
              </a:rPr>
              <a:t>Sw</a:t>
            </a:r>
            <a:r>
              <a:rPr lang="it-IT" dirty="0">
                <a:latin typeface="Georgia" panose="02040502050405020303" pitchFamily="18" charset="0"/>
              </a:rPr>
              <a:t>* </a:t>
            </a:r>
            <a:r>
              <a:rPr lang="it-IT" dirty="0" err="1">
                <a:latin typeface="Georgia" panose="02040502050405020303" pitchFamily="18" charset="0"/>
              </a:rPr>
              <a:t>parameter</a:t>
            </a:r>
            <a:r>
              <a:rPr lang="it-IT" dirty="0">
                <a:latin typeface="Georgia" panose="02040502050405020303" pitchFamily="18" charset="0"/>
              </a:rPr>
              <a:t>, </a:t>
            </a:r>
            <a:r>
              <a:rPr lang="it-IT" dirty="0" err="1">
                <a:latin typeface="Georgia" panose="02040502050405020303" pitchFamily="18" charset="0"/>
              </a:rPr>
              <a:t>it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results</a:t>
            </a:r>
            <a:r>
              <a:rPr lang="it-IT" dirty="0">
                <a:latin typeface="Georgia" panose="02040502050405020303" pitchFamily="18" charset="0"/>
              </a:rPr>
              <a:t> an </a:t>
            </a:r>
            <a:r>
              <a:rPr lang="it-IT" dirty="0" err="1">
                <a:latin typeface="Georgia" panose="02040502050405020303" pitchFamily="18" charset="0"/>
              </a:rPr>
              <a:t>increase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both</a:t>
            </a:r>
            <a:r>
              <a:rPr lang="it-IT" dirty="0">
                <a:latin typeface="Georgia" panose="02040502050405020303" pitchFamily="18" charset="0"/>
              </a:rPr>
              <a:t> in the </a:t>
            </a:r>
            <a:r>
              <a:rPr lang="it-IT" dirty="0" err="1">
                <a:latin typeface="Georgia" panose="02040502050405020303" pitchFamily="18" charset="0"/>
              </a:rPr>
              <a:t>torsional</a:t>
            </a:r>
            <a:r>
              <a:rPr lang="it-IT" dirty="0">
                <a:latin typeface="Georgia" panose="02040502050405020303" pitchFamily="18" charset="0"/>
              </a:rPr>
              <a:t> and bending </a:t>
            </a:r>
            <a:r>
              <a:rPr lang="it-IT" dirty="0" err="1">
                <a:latin typeface="Georgia" panose="02040502050405020303" pitchFamily="18" charset="0"/>
              </a:rPr>
              <a:t>stiffness</a:t>
            </a:r>
            <a:r>
              <a:rPr lang="it-IT" dirty="0">
                <a:latin typeface="Georgia" panose="02040502050405020303" pitchFamily="18" charset="0"/>
              </a:rPr>
              <a:t>. </a:t>
            </a:r>
            <a:r>
              <a:rPr lang="it-IT" dirty="0" err="1">
                <a:latin typeface="Georgia" panose="02040502050405020303" pitchFamily="18" charset="0"/>
              </a:rPr>
              <a:t>This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is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somehow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expected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because</a:t>
            </a:r>
            <a:r>
              <a:rPr lang="it-IT" dirty="0">
                <a:latin typeface="Georgia" panose="02040502050405020303" pitchFamily="18" charset="0"/>
              </a:rPr>
              <a:t> an </a:t>
            </a:r>
            <a:r>
              <a:rPr lang="it-IT" dirty="0" err="1">
                <a:latin typeface="Georgia" panose="02040502050405020303" pitchFamily="18" charset="0"/>
              </a:rPr>
              <a:t>higher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welds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increases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</a:t>
            </a:r>
            <a:r>
              <a:rPr lang="it-IT" dirty="0" err="1">
                <a:latin typeface="Georgia" panose="02040502050405020303" pitchFamily="18" charset="0"/>
              </a:rPr>
              <a:t>constraints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between</a:t>
            </a:r>
            <a:r>
              <a:rPr lang="it-IT" dirty="0">
                <a:latin typeface="Georgia" panose="02040502050405020303" pitchFamily="18" charset="0"/>
              </a:rPr>
              <a:t> the 2 parts of the body, </a:t>
            </a:r>
            <a:r>
              <a:rPr lang="it-IT" dirty="0" err="1">
                <a:latin typeface="Georgia" panose="02040502050405020303" pitchFamily="18" charset="0"/>
              </a:rPr>
              <a:t>locking</a:t>
            </a:r>
            <a:r>
              <a:rPr lang="it-IT" dirty="0">
                <a:latin typeface="Georgia" panose="02040502050405020303" pitchFamily="18" charset="0"/>
              </a:rPr>
              <a:t> more the relative </a:t>
            </a:r>
            <a:r>
              <a:rPr lang="it-IT" dirty="0" err="1">
                <a:latin typeface="Georgia" panose="02040502050405020303" pitchFamily="18" charset="0"/>
              </a:rPr>
              <a:t>displacements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between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them</a:t>
            </a:r>
            <a:r>
              <a:rPr lang="it-IT" dirty="0">
                <a:latin typeface="Georgia" panose="02040502050405020303" pitchFamily="18" charset="0"/>
              </a:rPr>
              <a:t>, in </a:t>
            </a:r>
            <a:r>
              <a:rPr lang="it-IT" dirty="0" err="1">
                <a:latin typeface="Georgia" panose="02040502050405020303" pitchFamily="18" charset="0"/>
              </a:rPr>
              <a:t>concomitance</a:t>
            </a:r>
            <a:r>
              <a:rPr lang="it-IT" dirty="0">
                <a:latin typeface="Georgia" panose="02040502050405020303" pitchFamily="18" charset="0"/>
              </a:rPr>
              <a:t> to the </a:t>
            </a:r>
            <a:r>
              <a:rPr lang="it-IT" dirty="0" err="1">
                <a:latin typeface="Georgia" panose="02040502050405020303" pitchFamily="18" charset="0"/>
              </a:rPr>
              <a:t>fact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that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increasing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it-IT" dirty="0" err="1">
                <a:latin typeface="Georgia" panose="02040502050405020303" pitchFamily="18" charset="0"/>
              </a:rPr>
              <a:t>number</a:t>
            </a:r>
            <a:r>
              <a:rPr lang="it-IT" dirty="0">
                <a:latin typeface="Georgia" panose="02040502050405020303" pitchFamily="18" charset="0"/>
              </a:rPr>
              <a:t> of spot </a:t>
            </a:r>
            <a:r>
              <a:rPr lang="it-IT" dirty="0" err="1">
                <a:latin typeface="Georgia" panose="02040502050405020303" pitchFamily="18" charset="0"/>
              </a:rPr>
              <a:t>welds</a:t>
            </a:r>
            <a:r>
              <a:rPr lang="it-IT" dirty="0">
                <a:latin typeface="Georgia" panose="02040502050405020303" pitchFamily="18" charset="0"/>
              </a:rPr>
              <a:t> the </a:t>
            </a:r>
            <a:r>
              <a:rPr lang="it-IT" dirty="0" err="1">
                <a:latin typeface="Georgia" panose="02040502050405020303" pitchFamily="18" charset="0"/>
              </a:rPr>
              <a:t>section</a:t>
            </a:r>
            <a:r>
              <a:rPr lang="it-IT" dirty="0">
                <a:latin typeface="Georgia" panose="02040502050405020303" pitchFamily="18" charset="0"/>
              </a:rPr>
              <a:t> </a:t>
            </a:r>
            <a:r>
              <a:rPr lang="it-IT" dirty="0" err="1">
                <a:latin typeface="Georgia" panose="02040502050405020303" pitchFamily="18" charset="0"/>
              </a:rPr>
              <a:t>performs</a:t>
            </a:r>
            <a:r>
              <a:rPr lang="it-IT" dirty="0">
                <a:latin typeface="Georgia" panose="02040502050405020303" pitchFamily="18" charset="0"/>
              </a:rPr>
              <a:t> more and more </a:t>
            </a:r>
            <a:r>
              <a:rPr lang="it-IT" dirty="0" err="1">
                <a:latin typeface="Georgia" panose="02040502050405020303" pitchFamily="18" charset="0"/>
              </a:rPr>
              <a:t>as</a:t>
            </a:r>
            <a:r>
              <a:rPr lang="it-IT" dirty="0">
                <a:latin typeface="Georgia" panose="02040502050405020303" pitchFamily="18" charset="0"/>
              </a:rPr>
              <a:t> a </a:t>
            </a:r>
            <a:r>
              <a:rPr lang="it-IT" dirty="0" err="1">
                <a:latin typeface="Georgia" panose="02040502050405020303" pitchFamily="18" charset="0"/>
              </a:rPr>
              <a:t>closed</a:t>
            </a:r>
            <a:r>
              <a:rPr lang="it-IT" dirty="0">
                <a:latin typeface="Georgia" panose="02040502050405020303" pitchFamily="18" charset="0"/>
              </a:rPr>
              <a:t> one. </a:t>
            </a:r>
          </a:p>
        </p:txBody>
      </p:sp>
    </p:spTree>
    <p:extLst>
      <p:ext uri="{BB962C8B-B14F-4D97-AF65-F5344CB8AC3E}">
        <p14:creationId xmlns:p14="http://schemas.microsoft.com/office/powerpoint/2010/main" val="39714442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374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4" baseType="lpstr">
      <vt:lpstr>Abadi Extra Light</vt:lpstr>
      <vt:lpstr>Arial</vt:lpstr>
      <vt:lpstr>Calibri</vt:lpstr>
      <vt:lpstr>Calibri Light</vt:lpstr>
      <vt:lpstr>Cambria Math</vt:lpstr>
      <vt:lpstr>Georgia</vt:lpstr>
      <vt:lpstr>Wingdings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Tiommaso Massone</dc:creator>
  <cp:lastModifiedBy>Tommaso Francesco Massone</cp:lastModifiedBy>
  <cp:revision>2</cp:revision>
  <dcterms:created xsi:type="dcterms:W3CDTF">2022-11-18T15:11:40Z</dcterms:created>
  <dcterms:modified xsi:type="dcterms:W3CDTF">2024-11-19T15:57:43Z</dcterms:modified>
</cp:coreProperties>
</file>