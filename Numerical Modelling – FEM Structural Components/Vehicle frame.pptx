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4" r:id="rId3"/>
    <p:sldId id="266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F31259-6C3D-4201-80B7-795065F33642}" v="129" dt="2024-11-15T15:55:58.3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maso Massone" userId="30f7c32bd57ce6fe" providerId="LiveId" clId="{32F31259-6C3D-4201-80B7-795065F33642}"/>
    <pc:docChg chg="undo custSel modSld">
      <pc:chgData name="Tommaso Massone" userId="30f7c32bd57ce6fe" providerId="LiveId" clId="{32F31259-6C3D-4201-80B7-795065F33642}" dt="2024-11-18T17:52:56" v="631" actId="20577"/>
      <pc:docMkLst>
        <pc:docMk/>
      </pc:docMkLst>
      <pc:sldChg chg="modSp mod">
        <pc:chgData name="Tommaso Massone" userId="30f7c32bd57ce6fe" providerId="LiveId" clId="{32F31259-6C3D-4201-80B7-795065F33642}" dt="2024-11-15T15:56:46.540" v="458" actId="14100"/>
        <pc:sldMkLst>
          <pc:docMk/>
          <pc:sldMk cId="1412823065" sldId="259"/>
        </pc:sldMkLst>
        <pc:spChg chg="mod">
          <ac:chgData name="Tommaso Massone" userId="30f7c32bd57ce6fe" providerId="LiveId" clId="{32F31259-6C3D-4201-80B7-795065F33642}" dt="2024-11-15T15:52:05.303" v="417" actId="20577"/>
          <ac:spMkLst>
            <pc:docMk/>
            <pc:sldMk cId="1412823065" sldId="259"/>
            <ac:spMk id="2" creationId="{8FF96B5E-5E75-906F-3140-B715F2159B84}"/>
          </ac:spMkLst>
        </pc:spChg>
        <pc:spChg chg="mod">
          <ac:chgData name="Tommaso Massone" userId="30f7c32bd57ce6fe" providerId="LiveId" clId="{32F31259-6C3D-4201-80B7-795065F33642}" dt="2024-11-15T15:32:00.221" v="379" actId="122"/>
          <ac:spMkLst>
            <pc:docMk/>
            <pc:sldMk cId="1412823065" sldId="259"/>
            <ac:spMk id="3" creationId="{829A58E7-B13F-04BD-F59B-87506636782D}"/>
          </ac:spMkLst>
        </pc:spChg>
        <pc:spChg chg="mod">
          <ac:chgData name="Tommaso Massone" userId="30f7c32bd57ce6fe" providerId="LiveId" clId="{32F31259-6C3D-4201-80B7-795065F33642}" dt="2024-11-15T15:56:46.540" v="458" actId="14100"/>
          <ac:spMkLst>
            <pc:docMk/>
            <pc:sldMk cId="1412823065" sldId="259"/>
            <ac:spMk id="4" creationId="{B87F5524-72F1-8654-9C01-24BA51DADF54}"/>
          </ac:spMkLst>
        </pc:spChg>
        <pc:spChg chg="mod">
          <ac:chgData name="Tommaso Massone" userId="30f7c32bd57ce6fe" providerId="LiveId" clId="{32F31259-6C3D-4201-80B7-795065F33642}" dt="2024-11-15T15:52:11.613" v="418" actId="1076"/>
          <ac:spMkLst>
            <pc:docMk/>
            <pc:sldMk cId="1412823065" sldId="259"/>
            <ac:spMk id="10" creationId="{1772CA8A-1F43-BC54-E366-C2E3DE4FA7EC}"/>
          </ac:spMkLst>
        </pc:spChg>
        <pc:spChg chg="mod">
          <ac:chgData name="Tommaso Massone" userId="30f7c32bd57ce6fe" providerId="LiveId" clId="{32F31259-6C3D-4201-80B7-795065F33642}" dt="2024-11-15T15:56:42.696" v="457" actId="14100"/>
          <ac:spMkLst>
            <pc:docMk/>
            <pc:sldMk cId="1412823065" sldId="259"/>
            <ac:spMk id="16" creationId="{336DBB9D-2DB4-4942-6457-A5AFCF069374}"/>
          </ac:spMkLst>
        </pc:spChg>
        <pc:spChg chg="mod">
          <ac:chgData name="Tommaso Massone" userId="30f7c32bd57ce6fe" providerId="LiveId" clId="{32F31259-6C3D-4201-80B7-795065F33642}" dt="2024-11-15T15:51:56.560" v="403" actId="1076"/>
          <ac:spMkLst>
            <pc:docMk/>
            <pc:sldMk cId="1412823065" sldId="259"/>
            <ac:spMk id="22" creationId="{82A0C76F-96D3-41A2-CC1D-B755DB3A179D}"/>
          </ac:spMkLst>
        </pc:spChg>
      </pc:sldChg>
      <pc:sldChg chg="modSp mod">
        <pc:chgData name="Tommaso Massone" userId="30f7c32bd57ce6fe" providerId="LiveId" clId="{32F31259-6C3D-4201-80B7-795065F33642}" dt="2024-11-18T17:49:02.573" v="610" actId="20577"/>
        <pc:sldMkLst>
          <pc:docMk/>
          <pc:sldMk cId="702871559" sldId="260"/>
        </pc:sldMkLst>
        <pc:spChg chg="mod">
          <ac:chgData name="Tommaso Massone" userId="30f7c32bd57ce6fe" providerId="LiveId" clId="{32F31259-6C3D-4201-80B7-795065F33642}" dt="2024-11-18T17:49:02.573" v="610" actId="20577"/>
          <ac:spMkLst>
            <pc:docMk/>
            <pc:sldMk cId="702871559" sldId="260"/>
            <ac:spMk id="5" creationId="{5333F9E1-9E46-43E7-41AD-0A6758A6A189}"/>
          </ac:spMkLst>
        </pc:spChg>
        <pc:spChg chg="mod">
          <ac:chgData name="Tommaso Massone" userId="30f7c32bd57ce6fe" providerId="LiveId" clId="{32F31259-6C3D-4201-80B7-795065F33642}" dt="2024-11-15T15:56:03.559" v="451" actId="1076"/>
          <ac:spMkLst>
            <pc:docMk/>
            <pc:sldMk cId="702871559" sldId="260"/>
            <ac:spMk id="8" creationId="{10BB2781-F99B-AF75-A90D-C7B0043EA11B}"/>
          </ac:spMkLst>
        </pc:spChg>
        <pc:spChg chg="mod">
          <ac:chgData name="Tommaso Massone" userId="30f7c32bd57ce6fe" providerId="LiveId" clId="{32F31259-6C3D-4201-80B7-795065F33642}" dt="2024-11-15T15:56:20.308" v="452" actId="12"/>
          <ac:spMkLst>
            <pc:docMk/>
            <pc:sldMk cId="702871559" sldId="260"/>
            <ac:spMk id="10" creationId="{17556C34-2458-A691-71E8-BC34A7D068C9}"/>
          </ac:spMkLst>
        </pc:spChg>
      </pc:sldChg>
      <pc:sldChg chg="modSp mod">
        <pc:chgData name="Tommaso Massone" userId="30f7c32bd57ce6fe" providerId="LiveId" clId="{32F31259-6C3D-4201-80B7-795065F33642}" dt="2024-11-15T15:58:21.324" v="476" actId="1076"/>
        <pc:sldMkLst>
          <pc:docMk/>
          <pc:sldMk cId="3294695736" sldId="261"/>
        </pc:sldMkLst>
        <pc:spChg chg="mod">
          <ac:chgData name="Tommaso Massone" userId="30f7c32bd57ce6fe" providerId="LiveId" clId="{32F31259-6C3D-4201-80B7-795065F33642}" dt="2024-11-15T15:57:57.762" v="471" actId="20577"/>
          <ac:spMkLst>
            <pc:docMk/>
            <pc:sldMk cId="3294695736" sldId="261"/>
            <ac:spMk id="3" creationId="{A1A6FC7F-1B70-0069-8B82-3FCE469B2F61}"/>
          </ac:spMkLst>
        </pc:spChg>
        <pc:spChg chg="mod">
          <ac:chgData name="Tommaso Massone" userId="30f7c32bd57ce6fe" providerId="LiveId" clId="{32F31259-6C3D-4201-80B7-795065F33642}" dt="2024-11-15T15:58:21.324" v="476" actId="1076"/>
          <ac:spMkLst>
            <pc:docMk/>
            <pc:sldMk cId="3294695736" sldId="261"/>
            <ac:spMk id="5" creationId="{536C58D6-42F0-357B-71A1-02416AA70572}"/>
          </ac:spMkLst>
        </pc:spChg>
        <pc:picChg chg="mod">
          <ac:chgData name="Tommaso Massone" userId="30f7c32bd57ce6fe" providerId="LiveId" clId="{32F31259-6C3D-4201-80B7-795065F33642}" dt="2024-11-15T15:58:12.907" v="475" actId="1076"/>
          <ac:picMkLst>
            <pc:docMk/>
            <pc:sldMk cId="3294695736" sldId="261"/>
            <ac:picMk id="4" creationId="{F582FA4F-75D5-132B-E6F3-060F393B962A}"/>
          </ac:picMkLst>
        </pc:picChg>
      </pc:sldChg>
      <pc:sldChg chg="addSp delSp modSp mod">
        <pc:chgData name="Tommaso Massone" userId="30f7c32bd57ce6fe" providerId="LiveId" clId="{32F31259-6C3D-4201-80B7-795065F33642}" dt="2024-11-18T17:52:56" v="631" actId="20577"/>
        <pc:sldMkLst>
          <pc:docMk/>
          <pc:sldMk cId="3619173566" sldId="262"/>
        </pc:sldMkLst>
        <pc:spChg chg="mod">
          <ac:chgData name="Tommaso Massone" userId="30f7c32bd57ce6fe" providerId="LiveId" clId="{32F31259-6C3D-4201-80B7-795065F33642}" dt="2024-11-18T17:52:56" v="631" actId="20577"/>
          <ac:spMkLst>
            <pc:docMk/>
            <pc:sldMk cId="3619173566" sldId="262"/>
            <ac:spMk id="3" creationId="{C5546AC5-C5DE-CDF3-7F22-519845F09623}"/>
          </ac:spMkLst>
        </pc:spChg>
        <pc:spChg chg="mod">
          <ac:chgData name="Tommaso Massone" userId="30f7c32bd57ce6fe" providerId="LiveId" clId="{32F31259-6C3D-4201-80B7-795065F33642}" dt="2024-11-18T17:51:52.954" v="624" actId="255"/>
          <ac:spMkLst>
            <pc:docMk/>
            <pc:sldMk cId="3619173566" sldId="262"/>
            <ac:spMk id="4" creationId="{AB568C05-8494-89C5-7AD0-B845CDC6FF79}"/>
          </ac:spMkLst>
        </pc:spChg>
        <pc:spChg chg="del">
          <ac:chgData name="Tommaso Massone" userId="30f7c32bd57ce6fe" providerId="LiveId" clId="{32F31259-6C3D-4201-80B7-795065F33642}" dt="2024-11-15T16:06:37.230" v="609" actId="26606"/>
          <ac:spMkLst>
            <pc:docMk/>
            <pc:sldMk cId="3619173566" sldId="262"/>
            <ac:spMk id="15" creationId="{F821940F-7A1D-4ACC-85B4-A932898ABB37}"/>
          </ac:spMkLst>
        </pc:spChg>
        <pc:spChg chg="del">
          <ac:chgData name="Tommaso Massone" userId="30f7c32bd57ce6fe" providerId="LiveId" clId="{32F31259-6C3D-4201-80B7-795065F33642}" dt="2024-11-15T16:06:37.230" v="609" actId="26606"/>
          <ac:spMkLst>
            <pc:docMk/>
            <pc:sldMk cId="3619173566" sldId="262"/>
            <ac:spMk id="17" creationId="{16674508-81D3-48CF-96BF-7FC60EAA572A}"/>
          </ac:spMkLst>
        </pc:spChg>
        <pc:spChg chg="add">
          <ac:chgData name="Tommaso Massone" userId="30f7c32bd57ce6fe" providerId="LiveId" clId="{32F31259-6C3D-4201-80B7-795065F33642}" dt="2024-11-15T16:06:37.230" v="609" actId="26606"/>
          <ac:spMkLst>
            <pc:docMk/>
            <pc:sldMk cId="3619173566" sldId="262"/>
            <ac:spMk id="22" creationId="{2EB492CD-616E-47F8-933B-5E2D952A0593}"/>
          </ac:spMkLst>
        </pc:spChg>
        <pc:spChg chg="add">
          <ac:chgData name="Tommaso Massone" userId="30f7c32bd57ce6fe" providerId="LiveId" clId="{32F31259-6C3D-4201-80B7-795065F33642}" dt="2024-11-15T16:06:37.230" v="609" actId="26606"/>
          <ac:spMkLst>
            <pc:docMk/>
            <pc:sldMk cId="3619173566" sldId="262"/>
            <ac:spMk id="24" creationId="{59383CF9-23B5-4335-9B21-1791C4CF1C75}"/>
          </ac:spMkLst>
        </pc:spChg>
        <pc:spChg chg="add">
          <ac:chgData name="Tommaso Massone" userId="30f7c32bd57ce6fe" providerId="LiveId" clId="{32F31259-6C3D-4201-80B7-795065F33642}" dt="2024-11-15T16:06:37.230" v="609" actId="26606"/>
          <ac:spMkLst>
            <pc:docMk/>
            <pc:sldMk cId="3619173566" sldId="262"/>
            <ac:spMk id="26" creationId="{0007FE00-9498-4706-B255-6437B0252C02}"/>
          </ac:spMkLst>
        </pc:spChg>
        <pc:graphicFrameChg chg="add mod modGraphic">
          <ac:chgData name="Tommaso Massone" userId="30f7c32bd57ce6fe" providerId="LiveId" clId="{32F31259-6C3D-4201-80B7-795065F33642}" dt="2024-11-18T17:52:41.622" v="630" actId="14100"/>
          <ac:graphicFrameMkLst>
            <pc:docMk/>
            <pc:sldMk cId="3619173566" sldId="262"/>
            <ac:graphicFrameMk id="2" creationId="{2A31791B-FCF4-565F-EAD5-CE05D735B259}"/>
          </ac:graphicFrameMkLst>
        </pc:graphicFrameChg>
      </pc:sldChg>
      <pc:sldChg chg="modSp mod">
        <pc:chgData name="Tommaso Massone" userId="30f7c32bd57ce6fe" providerId="LiveId" clId="{32F31259-6C3D-4201-80B7-795065F33642}" dt="2024-11-15T15:28:32.406" v="356" actId="2711"/>
        <pc:sldMkLst>
          <pc:docMk/>
          <pc:sldMk cId="1123627255" sldId="264"/>
        </pc:sldMkLst>
        <pc:spChg chg="mod">
          <ac:chgData name="Tommaso Massone" userId="30f7c32bd57ce6fe" providerId="LiveId" clId="{32F31259-6C3D-4201-80B7-795065F33642}" dt="2024-11-15T15:28:06.574" v="354" actId="20577"/>
          <ac:spMkLst>
            <pc:docMk/>
            <pc:sldMk cId="1123627255" sldId="264"/>
            <ac:spMk id="2" creationId="{8D488B26-5B7E-7454-6D8C-A80D28EABF55}"/>
          </ac:spMkLst>
        </pc:spChg>
        <pc:spChg chg="mod">
          <ac:chgData name="Tommaso Massone" userId="30f7c32bd57ce6fe" providerId="LiveId" clId="{32F31259-6C3D-4201-80B7-795065F33642}" dt="2024-11-15T15:28:24.009" v="355" actId="2711"/>
          <ac:spMkLst>
            <pc:docMk/>
            <pc:sldMk cId="1123627255" sldId="264"/>
            <ac:spMk id="8" creationId="{062942F5-A729-38CB-3A48-36B90FA564E4}"/>
          </ac:spMkLst>
        </pc:spChg>
        <pc:spChg chg="mod">
          <ac:chgData name="Tommaso Massone" userId="30f7c32bd57ce6fe" providerId="LiveId" clId="{32F31259-6C3D-4201-80B7-795065F33642}" dt="2024-11-15T15:28:32.406" v="356" actId="2711"/>
          <ac:spMkLst>
            <pc:docMk/>
            <pc:sldMk cId="1123627255" sldId="264"/>
            <ac:spMk id="9" creationId="{F5565BBE-0FB3-6834-EE95-AD22CD8B85DD}"/>
          </ac:spMkLst>
        </pc:spChg>
        <pc:picChg chg="mod">
          <ac:chgData name="Tommaso Massone" userId="30f7c32bd57ce6fe" providerId="LiveId" clId="{32F31259-6C3D-4201-80B7-795065F33642}" dt="2024-11-15T15:23:46.049" v="203" actId="1076"/>
          <ac:picMkLst>
            <pc:docMk/>
            <pc:sldMk cId="1123627255" sldId="264"/>
            <ac:picMk id="11" creationId="{E96816C1-0801-521F-C303-3ABE2D696E9F}"/>
          </ac:picMkLst>
        </pc:picChg>
        <pc:picChg chg="mod">
          <ac:chgData name="Tommaso Massone" userId="30f7c32bd57ce6fe" providerId="LiveId" clId="{32F31259-6C3D-4201-80B7-795065F33642}" dt="2024-11-15T15:23:49.331" v="204" actId="1076"/>
          <ac:picMkLst>
            <pc:docMk/>
            <pc:sldMk cId="1123627255" sldId="264"/>
            <ac:picMk id="13" creationId="{3B87F263-C94A-72AB-4492-2C6C373C1CEE}"/>
          </ac:picMkLst>
        </pc:picChg>
      </pc:sldChg>
      <pc:sldChg chg="modSp mod setBg">
        <pc:chgData name="Tommaso Massone" userId="30f7c32bd57ce6fe" providerId="LiveId" clId="{32F31259-6C3D-4201-80B7-795065F33642}" dt="2024-11-15T15:14:06.359" v="176"/>
        <pc:sldMkLst>
          <pc:docMk/>
          <pc:sldMk cId="2593268075" sldId="265"/>
        </pc:sldMkLst>
        <pc:spChg chg="mod">
          <ac:chgData name="Tommaso Massone" userId="30f7c32bd57ce6fe" providerId="LiveId" clId="{32F31259-6C3D-4201-80B7-795065F33642}" dt="2024-11-05T11:10:16.948" v="76" actId="20577"/>
          <ac:spMkLst>
            <pc:docMk/>
            <pc:sldMk cId="2593268075" sldId="265"/>
            <ac:spMk id="2" creationId="{3F8C6F42-B8AD-FDE6-DFFD-9D72A85B0CEF}"/>
          </ac:spMkLst>
        </pc:spChg>
        <pc:spChg chg="mod">
          <ac:chgData name="Tommaso Massone" userId="30f7c32bd57ce6fe" providerId="LiveId" clId="{32F31259-6C3D-4201-80B7-795065F33642}" dt="2024-11-15T15:13:46.291" v="79" actId="255"/>
          <ac:spMkLst>
            <pc:docMk/>
            <pc:sldMk cId="2593268075" sldId="265"/>
            <ac:spMk id="4" creationId="{E5C5746B-0F53-4897-2A9A-29FD6FCBE2B5}"/>
          </ac:spMkLst>
        </pc:spChg>
      </pc:sldChg>
      <pc:sldChg chg="delSp modSp mod">
        <pc:chgData name="Tommaso Massone" userId="30f7c32bd57ce6fe" providerId="LiveId" clId="{32F31259-6C3D-4201-80B7-795065F33642}" dt="2024-11-15T15:57:13.864" v="463" actId="1076"/>
        <pc:sldMkLst>
          <pc:docMk/>
          <pc:sldMk cId="1490740942" sldId="266"/>
        </pc:sldMkLst>
        <pc:spChg chg="mod">
          <ac:chgData name="Tommaso Massone" userId="30f7c32bd57ce6fe" providerId="LiveId" clId="{32F31259-6C3D-4201-80B7-795065F33642}" dt="2024-11-15T15:57:03.411" v="460" actId="14100"/>
          <ac:spMkLst>
            <pc:docMk/>
            <pc:sldMk cId="1490740942" sldId="266"/>
            <ac:spMk id="5" creationId="{F3219784-E51B-896B-C581-239E9EF14763}"/>
          </ac:spMkLst>
        </pc:spChg>
        <pc:spChg chg="mod">
          <ac:chgData name="Tommaso Massone" userId="30f7c32bd57ce6fe" providerId="LiveId" clId="{32F31259-6C3D-4201-80B7-795065F33642}" dt="2024-11-15T15:57:13.864" v="463" actId="1076"/>
          <ac:spMkLst>
            <pc:docMk/>
            <pc:sldMk cId="1490740942" sldId="266"/>
            <ac:spMk id="10" creationId="{53974BE7-DC63-C55C-CFF5-95E918042824}"/>
          </ac:spMkLst>
        </pc:spChg>
        <pc:spChg chg="mod">
          <ac:chgData name="Tommaso Massone" userId="30f7c32bd57ce6fe" providerId="LiveId" clId="{32F31259-6C3D-4201-80B7-795065F33642}" dt="2024-11-15T15:30:16.367" v="370" actId="1076"/>
          <ac:spMkLst>
            <pc:docMk/>
            <pc:sldMk cId="1490740942" sldId="266"/>
            <ac:spMk id="14" creationId="{A566B640-18A2-B501-B837-EED291E85359}"/>
          </ac:spMkLst>
        </pc:spChg>
        <pc:spChg chg="mod">
          <ac:chgData name="Tommaso Massone" userId="30f7c32bd57ce6fe" providerId="LiveId" clId="{32F31259-6C3D-4201-80B7-795065F33642}" dt="2024-11-15T15:31:05.276" v="374" actId="1076"/>
          <ac:spMkLst>
            <pc:docMk/>
            <pc:sldMk cId="1490740942" sldId="266"/>
            <ac:spMk id="17" creationId="{FAC1AFF7-5201-175F-A5E7-B989C103B689}"/>
          </ac:spMkLst>
        </pc:spChg>
        <pc:spChg chg="mod">
          <ac:chgData name="Tommaso Massone" userId="30f7c32bd57ce6fe" providerId="LiveId" clId="{32F31259-6C3D-4201-80B7-795065F33642}" dt="2024-11-15T15:28:59.724" v="357" actId="2711"/>
          <ac:spMkLst>
            <pc:docMk/>
            <pc:sldMk cId="1490740942" sldId="266"/>
            <ac:spMk id="19" creationId="{774D17D7-2FB8-7A5F-EF9A-3B67DE309FF4}"/>
          </ac:spMkLst>
        </pc:spChg>
        <pc:spChg chg="mod">
          <ac:chgData name="Tommaso Massone" userId="30f7c32bd57ce6fe" providerId="LiveId" clId="{32F31259-6C3D-4201-80B7-795065F33642}" dt="2024-11-15T15:31:09.576" v="375" actId="1076"/>
          <ac:spMkLst>
            <pc:docMk/>
            <pc:sldMk cId="1490740942" sldId="266"/>
            <ac:spMk id="25" creationId="{FAF0FA00-0E9D-A7D1-6135-149FA4645F44}"/>
          </ac:spMkLst>
        </pc:spChg>
        <pc:cxnChg chg="del">
          <ac:chgData name="Tommaso Massone" userId="30f7c32bd57ce6fe" providerId="LiveId" clId="{32F31259-6C3D-4201-80B7-795065F33642}" dt="2024-11-15T15:30:49.343" v="372" actId="478"/>
          <ac:cxnSpMkLst>
            <pc:docMk/>
            <pc:sldMk cId="1490740942" sldId="266"/>
            <ac:cxnSpMk id="24" creationId="{B26FF382-AEE1-9AEB-3470-BABACE568928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20FD58-74EE-3CBC-FE86-779C0FA804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D9BE65E-6897-AAFE-44DC-928F4AFF88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11BF106-4B87-6D99-267C-394B32B51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996C-314D-4C99-A525-6AFC4062CF29}" type="datetimeFigureOut">
              <a:rPr lang="it-IT" smtClean="0"/>
              <a:t>18/11/2024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87DED0D-7616-2ED3-DAE7-D520470F8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120B95-2067-0672-9A90-3CEF72599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8366B-51B1-4996-AC4A-69BF4F6BBF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28930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79BF04-418E-0604-AE82-4A2B1F382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22469F0-F712-DA77-8FD0-59E812FF4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C316DE-B53C-B2BF-2EFD-E95F65DFF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996C-314D-4C99-A525-6AFC4062CF29}" type="datetimeFigureOut">
              <a:rPr lang="it-IT" smtClean="0"/>
              <a:t>18/11/2024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C9BE707-8AD4-64DF-A201-E2B3077F9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5A32672-BD87-9619-6B40-AF5A3A3D1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8366B-51B1-4996-AC4A-69BF4F6BBF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4940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F5127D-589F-FA9F-B385-D601358DA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C99D7E9-0A13-BFEA-6F8F-6C30E06F9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BD7A143-9280-C388-FDE2-D156330FF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996C-314D-4C99-A525-6AFC4062CF29}" type="datetimeFigureOut">
              <a:rPr lang="it-IT" smtClean="0"/>
              <a:t>18/11/2024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0083B73-4846-6AE7-5D15-B31F1865C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D4FC107-E40D-91E7-541A-16C634DA2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8366B-51B1-4996-AC4A-69BF4F6BBF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80512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029B4BE-AB64-AA72-B022-D65C43F63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78B74F9-AB5D-1B63-EE53-F1279DBA41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C7D88D6-1DC7-26F6-8A19-6A8C0BDF32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F9315BE-2E12-92FE-C3D4-93200BC42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996C-314D-4C99-A525-6AFC4062CF29}" type="datetimeFigureOut">
              <a:rPr lang="it-IT" smtClean="0"/>
              <a:t>18/11/2024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D4503D0-F698-5C25-D090-E35C4E25E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32111F0-325B-4F9A-D393-25F4E4D49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8366B-51B1-4996-AC4A-69BF4F6BBF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20070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6F3058B-68BF-482A-129C-106C8265D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D15D004-F35B-E5FB-A955-885ED6E66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D5D13AB-4C45-7DA2-1FA5-EB3BABB471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E5200F2B-11DE-86B9-38CE-83205652AD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7056DC1-EAC7-AC9E-2408-5E8E3D2382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BAABC82F-4C00-2F36-25EC-5669FFFAF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996C-314D-4C99-A525-6AFC4062CF29}" type="datetimeFigureOut">
              <a:rPr lang="it-IT" smtClean="0"/>
              <a:t>18/11/2024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FECA82AA-2A50-8A79-D563-9767226DB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15A700A0-B69C-DB01-01BC-F372D8D4E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8366B-51B1-4996-AC4A-69BF4F6BBF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35621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570C2B9-319D-55CD-BFF9-6486C56BE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6D6CB8D9-475A-EC64-14FE-126D8DB73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996C-314D-4C99-A525-6AFC4062CF29}" type="datetimeFigureOut">
              <a:rPr lang="it-IT" smtClean="0"/>
              <a:t>18/11/2024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6CABE71-F6F6-E32E-2066-F91F16B3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2A3C6C6-D422-FE4D-95A3-0F3561882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8366B-51B1-4996-AC4A-69BF4F6BBF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78457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8E1F6F8F-D7C9-087E-9D89-EE167F983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996C-314D-4C99-A525-6AFC4062CF29}" type="datetimeFigureOut">
              <a:rPr lang="it-IT" smtClean="0"/>
              <a:t>18/11/2024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EBF01F6-4A96-4AA3-CD60-C5DD6AA34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35F6EB4-305B-C1AA-A31A-1602E985E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8366B-51B1-4996-AC4A-69BF4F6BBF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35860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EC2870D-4F7F-3F49-3687-31E3056E9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23F6930-03AA-3059-85E0-7BF41CAA2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DF9A091-BA5E-7C6D-22C5-21ABF550E0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58F77CB-E7EF-C2A0-151F-C51B2DA5F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996C-314D-4C99-A525-6AFC4062CF29}" type="datetimeFigureOut">
              <a:rPr lang="it-IT" smtClean="0"/>
              <a:t>18/11/2024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EAA2016-43FB-DE42-B38D-0D88A5F7F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6F84B01-9B8E-18A7-0599-1EAD0AB4E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8366B-51B1-4996-AC4A-69BF4F6BBF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9871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BEDB19F-7D0A-63E3-6356-2DA0F68EF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67182663-FAF8-4534-7352-7EA8047C26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6F82F80-4E1D-B06B-E207-E3EB5579B1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254C0DE-8FB8-9BEB-7F33-3857F6729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996C-314D-4C99-A525-6AFC4062CF29}" type="datetimeFigureOut">
              <a:rPr lang="it-IT" smtClean="0"/>
              <a:t>18/11/2024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8FA8C81-1276-1E81-FD97-DB6E3FBA9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2D788AB-F8D6-29DD-66AB-B607F18D4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8366B-51B1-4996-AC4A-69BF4F6BBF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53777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FC967D5-0435-CD7B-0E65-E53B64FDE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DB98EC5-F681-E2DE-BAFA-8BECC46DAA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6E80740-AE29-C33A-ABEF-B3EA53334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996C-314D-4C99-A525-6AFC4062CF29}" type="datetimeFigureOut">
              <a:rPr lang="it-IT" smtClean="0"/>
              <a:t>18/11/2024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FCA486E-B4D0-1612-A8C7-E2CBE926D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05889DE-F77E-E540-231C-0268448B4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8366B-51B1-4996-AC4A-69BF4F6BBF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57089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100994A3-2D76-311C-F07C-CD07DD07CA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79F5AAF-C615-9A2C-5B87-00489A4729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CC46890-88C8-A39F-33E0-C3215AA9D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996C-314D-4C99-A525-6AFC4062CF29}" type="datetimeFigureOut">
              <a:rPr lang="it-IT" smtClean="0"/>
              <a:t>18/11/2024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B3A0F90-B0CC-E6CA-FF0A-A960DE95E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3CB8406-9F87-3E06-0142-694F1F9F8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8366B-51B1-4996-AC4A-69BF4F6BBF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63935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C8704AD2-5E5B-0FB7-02B3-E1EEDAE49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0E40C34-0D42-6A11-7469-92378E520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DD6565A-2BF1-63BC-0DC8-3E29A56D0C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E5996C-314D-4C99-A525-6AFC4062CF29}" type="datetimeFigureOut">
              <a:rPr lang="it-IT" smtClean="0"/>
              <a:t>18/11/2024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F7D6476-CF6E-41B8-EDE6-70210C9D4D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6B6ABEE-3C83-A63C-FD1B-1201DFA2B4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D8366B-51B1-4996-AC4A-69BF4F6BBF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80130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600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134706B-150F-487B-B4FB-34C10219C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FD23E7-C75D-4AFA-A4D4-BE55581109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Graphic 1">
            <a:extLst>
              <a:ext uri="{FF2B5EF4-FFF2-40B4-BE49-F238E27FC236}">
                <a16:creationId xmlns:a16="http://schemas.microsoft.com/office/drawing/2014/main" id="{D6705569-F545-4F47-A260-A9202826E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bg1"/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E5C5746B-0F53-4897-2A9A-29FD6FCBE2B5}"/>
              </a:ext>
            </a:extLst>
          </p:cNvPr>
          <p:cNvSpPr txBox="1"/>
          <p:nvPr/>
        </p:nvSpPr>
        <p:spPr>
          <a:xfrm>
            <a:off x="3323949" y="2711381"/>
            <a:ext cx="5541054" cy="96268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Gulim" panose="020B0503020000020004" pitchFamily="34" charset="-127"/>
              </a:rPr>
              <a:t>Vehicle frame</a:t>
            </a:r>
          </a:p>
        </p:txBody>
      </p:sp>
      <p:grpSp>
        <p:nvGrpSpPr>
          <p:cNvPr id="17" name="Gruppo 16">
            <a:extLst>
              <a:ext uri="{FF2B5EF4-FFF2-40B4-BE49-F238E27FC236}">
                <a16:creationId xmlns:a16="http://schemas.microsoft.com/office/drawing/2014/main" id="{1B980CF1-D82F-8DF3-FA9C-CEA44881F5D6}"/>
              </a:ext>
            </a:extLst>
          </p:cNvPr>
          <p:cNvGrpSpPr/>
          <p:nvPr/>
        </p:nvGrpSpPr>
        <p:grpSpPr>
          <a:xfrm>
            <a:off x="165669" y="5576819"/>
            <a:ext cx="8092326" cy="954108"/>
            <a:chOff x="152022" y="5431341"/>
            <a:chExt cx="8092326" cy="954108"/>
          </a:xfrm>
        </p:grpSpPr>
        <p:sp>
          <p:nvSpPr>
            <p:cNvPr id="2" name="CasellaDiTesto 1">
              <a:extLst>
                <a:ext uri="{FF2B5EF4-FFF2-40B4-BE49-F238E27FC236}">
                  <a16:creationId xmlns:a16="http://schemas.microsoft.com/office/drawing/2014/main" id="{3F8C6F42-B8AD-FDE6-DFFD-9D72A85B0CEF}"/>
                </a:ext>
              </a:extLst>
            </p:cNvPr>
            <p:cNvSpPr txBox="1"/>
            <p:nvPr/>
          </p:nvSpPr>
          <p:spPr>
            <a:xfrm>
              <a:off x="1106129" y="5431342"/>
              <a:ext cx="713821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badi Extra Light" panose="020B0204020104020204" pitchFamily="34" charset="0"/>
                  <a:ea typeface="+mn-ea"/>
                  <a:cs typeface="+mn-cs"/>
                </a:rPr>
                <a:t>Politecnico di Torino – </a:t>
              </a:r>
              <a:r>
                <a:rPr kumimoji="0" lang="it-IT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badi Extra Light" panose="020B0204020104020204" pitchFamily="34" charset="0"/>
                  <a:ea typeface="+mn-ea"/>
                  <a:cs typeface="+mn-cs"/>
                </a:rPr>
                <a:t>MSc</a:t>
              </a:r>
              <a:r>
                <a:rPr kumimoji="0" lang="it-IT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badi Extra Light" panose="020B0204020104020204" pitchFamily="34" charset="0"/>
                  <a:ea typeface="+mn-ea"/>
                  <a:cs typeface="+mn-cs"/>
                </a:rPr>
                <a:t> Automotive Engineering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badi Extra Light" panose="020B0204020104020204" pitchFamily="34" charset="0"/>
                  <a:ea typeface="+mn-ea"/>
                  <a:cs typeface="+mn-cs"/>
                </a:rPr>
                <a:t>Numerical</a:t>
              </a:r>
              <a:r>
                <a:rPr kumimoji="0" lang="it-IT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badi Extra Light" panose="020B0204020104020204" pitchFamily="34" charset="0"/>
                  <a:ea typeface="+mn-ea"/>
                  <a:cs typeface="+mn-cs"/>
                </a:rPr>
                <a:t> </a:t>
              </a:r>
              <a:r>
                <a:rPr kumimoji="0" lang="it-IT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badi Extra Light" panose="020B0204020104020204" pitchFamily="34" charset="0"/>
                  <a:ea typeface="+mn-ea"/>
                  <a:cs typeface="+mn-cs"/>
                </a:rPr>
                <a:t>Modelling</a:t>
              </a:r>
              <a:r>
                <a:rPr kumimoji="0" lang="it-IT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badi Extra Light" panose="020B0204020104020204" pitchFamily="34" charset="0"/>
                  <a:ea typeface="+mn-ea"/>
                  <a:cs typeface="+mn-cs"/>
                </a:rPr>
                <a:t> and </a:t>
              </a:r>
              <a:r>
                <a:rPr kumimoji="0" lang="it-IT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badi Extra Light" panose="020B0204020104020204" pitchFamily="34" charset="0"/>
                  <a:ea typeface="+mn-ea"/>
                  <a:cs typeface="+mn-cs"/>
                </a:rPr>
                <a:t>Simulation</a:t>
              </a:r>
              <a:r>
                <a:rPr kumimoji="0" lang="it-IT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badi Extra Light" panose="020B0204020104020204" pitchFamily="34" charset="0"/>
                  <a:ea typeface="+mn-ea"/>
                  <a:cs typeface="+mn-cs"/>
                </a:rPr>
                <a:t> – Part A – prof. Alessandro </a:t>
              </a:r>
              <a:r>
                <a:rPr kumimoji="0" lang="it-IT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badi Extra Light" panose="020B0204020104020204" pitchFamily="34" charset="0"/>
                  <a:ea typeface="+mn-ea"/>
                  <a:cs typeface="+mn-cs"/>
                </a:rPr>
                <a:t>Scattina</a:t>
              </a:r>
              <a:endPara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 Light" panose="020B0204020104020204" pitchFamily="34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badi Extra Light" panose="020B0204020104020204" pitchFamily="34" charset="0"/>
                  <a:ea typeface="+mn-ea"/>
                  <a:cs typeface="+mn-cs"/>
                </a:rPr>
                <a:t>Accademic</a:t>
              </a:r>
              <a:r>
                <a:rPr kumimoji="0" lang="it-IT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badi Extra Light" panose="020B0204020104020204" pitchFamily="34" charset="0"/>
                  <a:ea typeface="+mn-ea"/>
                  <a:cs typeface="+mn-cs"/>
                </a:rPr>
                <a:t> </a:t>
              </a:r>
              <a:r>
                <a:rPr kumimoji="0" lang="it-IT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badi Extra Light" panose="020B0204020104020204" pitchFamily="34" charset="0"/>
                  <a:ea typeface="+mn-ea"/>
                  <a:cs typeface="+mn-cs"/>
                </a:rPr>
                <a:t>year</a:t>
              </a:r>
              <a:r>
                <a:rPr kumimoji="0" lang="it-IT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badi Extra Light" panose="020B0204020104020204" pitchFamily="34" charset="0"/>
                  <a:ea typeface="+mn-ea"/>
                  <a:cs typeface="+mn-cs"/>
                </a:rPr>
                <a:t> 2024/2025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t-IT" sz="1400" dirty="0">
                  <a:solidFill>
                    <a:prstClr val="black"/>
                  </a:solidFill>
                  <a:latin typeface="Abadi Extra Light" panose="020B0204020104020204" pitchFamily="34" charset="0"/>
                </a:rPr>
                <a:t>Tommaso Massone</a:t>
              </a:r>
              <a:endPara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 Light" panose="020B0204020104020204" pitchFamily="34" charset="0"/>
                <a:ea typeface="+mn-ea"/>
                <a:cs typeface="+mn-cs"/>
              </a:endParaRPr>
            </a:p>
          </p:txBody>
        </p:sp>
        <p:pic>
          <p:nvPicPr>
            <p:cNvPr id="16" name="Immagine 15" descr="Immagine che contiene grafica vettoriale&#10;&#10;Descrizione generata automaticamente">
              <a:extLst>
                <a:ext uri="{FF2B5EF4-FFF2-40B4-BE49-F238E27FC236}">
                  <a16:creationId xmlns:a16="http://schemas.microsoft.com/office/drawing/2014/main" id="{57BB9233-0853-C31B-CEC9-9CBD8B112E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022" y="5431341"/>
              <a:ext cx="954107" cy="95410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93268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0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Freeform: Shape 12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D488B26-5B7E-7454-6D8C-A80D28EABF55}"/>
              </a:ext>
            </a:extLst>
          </p:cNvPr>
          <p:cNvSpPr txBox="1"/>
          <p:nvPr/>
        </p:nvSpPr>
        <p:spPr>
          <a:xfrm>
            <a:off x="814192" y="622642"/>
            <a:ext cx="9445099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dirty="0" err="1">
                <a:latin typeface="Georgia" panose="02040502050405020303" pitchFamily="18" charset="0"/>
              </a:rPr>
              <a:t>Creation</a:t>
            </a:r>
            <a:r>
              <a:rPr lang="it-IT" sz="4000" dirty="0">
                <a:latin typeface="Georgia" panose="02040502050405020303" pitchFamily="18" charset="0"/>
              </a:rPr>
              <a:t> of the model</a:t>
            </a:r>
          </a:p>
          <a:p>
            <a:endParaRPr lang="it-IT" sz="2400" dirty="0">
              <a:latin typeface="Abadi Extra Light" panose="020B02040201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>
                <a:latin typeface="Georgia" panose="02040502050405020303" pitchFamily="18" charset="0"/>
              </a:rPr>
              <a:t>Definition the </a:t>
            </a:r>
            <a:r>
              <a:rPr lang="it-IT" sz="1600" dirty="0" err="1">
                <a:latin typeface="Georgia" panose="02040502050405020303" pitchFamily="18" charset="0"/>
              </a:rPr>
              <a:t>section</a:t>
            </a:r>
            <a:r>
              <a:rPr lang="it-IT" sz="1600" dirty="0">
                <a:latin typeface="Georgia" panose="02040502050405020303" pitchFamily="18" charset="0"/>
              </a:rPr>
              <a:t> of the 2 </a:t>
            </a:r>
            <a:r>
              <a:rPr lang="it-IT" sz="1600" dirty="0" err="1">
                <a:latin typeface="Georgia" panose="02040502050405020303" pitchFamily="18" charset="0"/>
              </a:rPr>
              <a:t>components</a:t>
            </a:r>
            <a:r>
              <a:rPr lang="it-IT" sz="1600" dirty="0">
                <a:latin typeface="Georgia" panose="02040502050405020303" pitchFamily="18" charset="0"/>
              </a:rPr>
              <a:t> of the frame, </a:t>
            </a:r>
            <a:r>
              <a:rPr lang="it-IT" sz="1600" dirty="0" err="1">
                <a:latin typeface="Georgia" panose="02040502050405020303" pitchFamily="18" charset="0"/>
              </a:rPr>
              <a:t>longitudinal</a:t>
            </a:r>
            <a:r>
              <a:rPr lang="it-IT" sz="1600" dirty="0">
                <a:latin typeface="Georgia" panose="02040502050405020303" pitchFamily="18" charset="0"/>
              </a:rPr>
              <a:t> </a:t>
            </a:r>
            <a:r>
              <a:rPr lang="it-IT" sz="1600" dirty="0" err="1">
                <a:latin typeface="Georgia" panose="02040502050405020303" pitchFamily="18" charset="0"/>
              </a:rPr>
              <a:t>members</a:t>
            </a:r>
            <a:r>
              <a:rPr lang="it-IT" sz="1600" dirty="0">
                <a:latin typeface="Georgia" panose="02040502050405020303" pitchFamily="18" charset="0"/>
              </a:rPr>
              <a:t> and cross </a:t>
            </a:r>
            <a:r>
              <a:rPr lang="it-IT" sz="1600" dirty="0" err="1">
                <a:latin typeface="Georgia" panose="02040502050405020303" pitchFamily="18" charset="0"/>
              </a:rPr>
              <a:t>beams</a:t>
            </a:r>
            <a:r>
              <a:rPr lang="it-IT" sz="1600" dirty="0">
                <a:latin typeface="Georgia" panose="02040502050405020303" pitchFamily="18" charset="0"/>
              </a:rPr>
              <a:t>, </a:t>
            </a:r>
            <a:r>
              <a:rPr lang="it-IT" sz="1600" dirty="0" err="1">
                <a:latin typeface="Georgia" panose="02040502050405020303" pitchFamily="18" charset="0"/>
              </a:rPr>
              <a:t>as</a:t>
            </a:r>
            <a:r>
              <a:rPr lang="it-IT" sz="1600" dirty="0">
                <a:latin typeface="Georgia" panose="02040502050405020303" pitchFamily="18" charset="0"/>
              </a:rPr>
              <a:t> </a:t>
            </a:r>
            <a:r>
              <a:rPr lang="it-IT" sz="1600" dirty="0" err="1">
                <a:latin typeface="Georgia" panose="02040502050405020303" pitchFamily="18" charset="0"/>
              </a:rPr>
              <a:t>required</a:t>
            </a:r>
            <a:endParaRPr lang="it-IT" sz="1600" dirty="0">
              <a:latin typeface="Georgia" panose="020405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>
                <a:latin typeface="Georgia" panose="02040502050405020303" pitchFamily="18" charset="0"/>
              </a:rPr>
              <a:t>Definition of the </a:t>
            </a:r>
            <a:r>
              <a:rPr lang="it-IT" sz="1600" dirty="0" err="1">
                <a:latin typeface="Georgia" panose="02040502050405020303" pitchFamily="18" charset="0"/>
              </a:rPr>
              <a:t>material</a:t>
            </a:r>
            <a:r>
              <a:rPr lang="it-IT" sz="1600" dirty="0">
                <a:latin typeface="Georgia" panose="02040502050405020303" pitchFamily="18" charset="0"/>
              </a:rPr>
              <a:t>, </a:t>
            </a:r>
            <a:r>
              <a:rPr lang="it-IT" sz="1600" dirty="0" err="1">
                <a:latin typeface="Georgia" panose="02040502050405020303" pitchFamily="18" charset="0"/>
              </a:rPr>
              <a:t>steel</a:t>
            </a:r>
            <a:r>
              <a:rPr lang="it-IT" sz="1600" dirty="0">
                <a:latin typeface="Georgia" panose="02040502050405020303" pitchFamily="18" charset="0"/>
              </a:rPr>
              <a:t> and the 2 </a:t>
            </a:r>
            <a:r>
              <a:rPr lang="it-IT" sz="1600" dirty="0" err="1">
                <a:latin typeface="Georgia" panose="02040502050405020303" pitchFamily="18" charset="0"/>
              </a:rPr>
              <a:t>proprieties</a:t>
            </a:r>
            <a:r>
              <a:rPr lang="it-IT" sz="1600" dirty="0">
                <a:latin typeface="Georgia" panose="02040502050405020303" pitchFamily="18" charset="0"/>
              </a:rPr>
              <a:t>, 1 for the </a:t>
            </a:r>
            <a:r>
              <a:rPr lang="it-IT" sz="1600" dirty="0" err="1">
                <a:latin typeface="Georgia" panose="02040502050405020303" pitchFamily="18" charset="0"/>
              </a:rPr>
              <a:t>longitudinal</a:t>
            </a:r>
            <a:r>
              <a:rPr lang="it-IT" sz="1600" dirty="0">
                <a:latin typeface="Georgia" panose="02040502050405020303" pitchFamily="18" charset="0"/>
              </a:rPr>
              <a:t> </a:t>
            </a:r>
            <a:r>
              <a:rPr lang="it-IT" sz="1600" dirty="0" err="1">
                <a:latin typeface="Georgia" panose="02040502050405020303" pitchFamily="18" charset="0"/>
              </a:rPr>
              <a:t>members</a:t>
            </a:r>
            <a:r>
              <a:rPr lang="it-IT" sz="1600" dirty="0">
                <a:latin typeface="Georgia" panose="02040502050405020303" pitchFamily="18" charset="0"/>
              </a:rPr>
              <a:t> and 1 for the cross </a:t>
            </a:r>
            <a:r>
              <a:rPr lang="it-IT" sz="1600" dirty="0" err="1">
                <a:latin typeface="Georgia" panose="02040502050405020303" pitchFamily="18" charset="0"/>
              </a:rPr>
              <a:t>beams</a:t>
            </a:r>
            <a:r>
              <a:rPr lang="it-IT" sz="1600" dirty="0">
                <a:latin typeface="Georgia" panose="02040502050405020303" pitchFamily="18" charset="0"/>
              </a:rPr>
              <a:t>, </a:t>
            </a:r>
            <a:r>
              <a:rPr lang="it-IT" sz="1600" dirty="0" err="1">
                <a:latin typeface="Georgia" panose="02040502050405020303" pitchFamily="18" charset="0"/>
              </a:rPr>
              <a:t>each</a:t>
            </a:r>
            <a:r>
              <a:rPr lang="it-IT" sz="1600" dirty="0">
                <a:latin typeface="Georgia" panose="02040502050405020303" pitchFamily="18" charset="0"/>
              </a:rPr>
              <a:t> one with the </a:t>
            </a:r>
            <a:r>
              <a:rPr lang="it-IT" sz="1600" dirty="0" err="1">
                <a:latin typeface="Georgia" panose="02040502050405020303" pitchFamily="18" charset="0"/>
              </a:rPr>
              <a:t>respective</a:t>
            </a:r>
            <a:r>
              <a:rPr lang="it-IT" sz="1600" dirty="0">
                <a:latin typeface="Georgia" panose="02040502050405020303" pitchFamily="18" charset="0"/>
              </a:rPr>
              <a:t> cross-</a:t>
            </a:r>
            <a:r>
              <a:rPr lang="it-IT" sz="1600" dirty="0" err="1">
                <a:latin typeface="Georgia" panose="02040502050405020303" pitchFamily="18" charset="0"/>
              </a:rPr>
              <a:t>section</a:t>
            </a:r>
            <a:endParaRPr lang="it-IT" sz="1600" dirty="0">
              <a:latin typeface="Georgia" panose="020405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>
                <a:latin typeface="Georgia" panose="02040502050405020303" pitchFamily="18" charset="0"/>
              </a:rPr>
              <a:t>Creation</a:t>
            </a:r>
            <a:r>
              <a:rPr lang="it-IT" sz="1600" dirty="0">
                <a:latin typeface="Georgia" panose="02040502050405020303" pitchFamily="18" charset="0"/>
              </a:rPr>
              <a:t> of 2 </a:t>
            </a:r>
            <a:r>
              <a:rPr lang="it-IT" sz="1600" dirty="0" err="1">
                <a:latin typeface="Georgia" panose="02040502050405020303" pitchFamily="18" charset="0"/>
              </a:rPr>
              <a:t>different</a:t>
            </a:r>
            <a:r>
              <a:rPr lang="it-IT" sz="1600" dirty="0">
                <a:latin typeface="Georgia" panose="02040502050405020303" pitchFamily="18" charset="0"/>
              </a:rPr>
              <a:t> load </a:t>
            </a:r>
            <a:r>
              <a:rPr lang="it-IT" sz="1600" dirty="0" err="1">
                <a:latin typeface="Georgia" panose="02040502050405020303" pitchFamily="18" charset="0"/>
              </a:rPr>
              <a:t>collectors</a:t>
            </a:r>
            <a:r>
              <a:rPr lang="it-IT" sz="1600" dirty="0">
                <a:latin typeface="Georgia" panose="02040502050405020303" pitchFamily="18" charset="0"/>
              </a:rPr>
              <a:t>, 1 for bending situation and 1 for the </a:t>
            </a:r>
            <a:r>
              <a:rPr lang="it-IT" sz="1600" dirty="0" err="1">
                <a:latin typeface="Georgia" panose="02040502050405020303" pitchFamily="18" charset="0"/>
              </a:rPr>
              <a:t>torsion</a:t>
            </a:r>
            <a:r>
              <a:rPr lang="it-IT" sz="1600" dirty="0">
                <a:latin typeface="Georgia" panose="02040502050405020303" pitchFamily="18" charset="0"/>
              </a:rPr>
              <a:t> one, </a:t>
            </a:r>
            <a:r>
              <a:rPr lang="it-IT" sz="1600" dirty="0" err="1">
                <a:latin typeface="Georgia" panose="02040502050405020303" pitchFamily="18" charset="0"/>
              </a:rPr>
              <a:t>inserting</a:t>
            </a:r>
            <a:r>
              <a:rPr lang="it-IT" sz="1600" dirty="0">
                <a:latin typeface="Georgia" panose="02040502050405020303" pitchFamily="18" charset="0"/>
              </a:rPr>
              <a:t> in </a:t>
            </a:r>
            <a:r>
              <a:rPr lang="it-IT" sz="1600" dirty="0" err="1">
                <a:latin typeface="Georgia" panose="02040502050405020303" pitchFamily="18" charset="0"/>
              </a:rPr>
              <a:t>each</a:t>
            </a:r>
            <a:r>
              <a:rPr lang="it-IT" sz="1600" dirty="0">
                <a:latin typeface="Georgia" panose="02040502050405020303" pitchFamily="18" charset="0"/>
              </a:rPr>
              <a:t> one the </a:t>
            </a:r>
            <a:r>
              <a:rPr lang="it-IT" sz="1600" dirty="0" err="1">
                <a:latin typeface="Georgia" panose="02040502050405020303" pitchFamily="18" charset="0"/>
              </a:rPr>
              <a:t>constraints</a:t>
            </a:r>
            <a:r>
              <a:rPr lang="it-IT" sz="1600" dirty="0">
                <a:latin typeface="Georgia" panose="02040502050405020303" pitchFamily="18" charset="0"/>
              </a:rPr>
              <a:t> and the loads, in order to </a:t>
            </a:r>
            <a:r>
              <a:rPr lang="it-IT" sz="1600" dirty="0" err="1">
                <a:latin typeface="Georgia" panose="02040502050405020303" pitchFamily="18" charset="0"/>
              </a:rPr>
              <a:t>evaluate</a:t>
            </a:r>
            <a:r>
              <a:rPr lang="it-IT" sz="1600" dirty="0">
                <a:latin typeface="Georgia" panose="02040502050405020303" pitchFamily="18" charset="0"/>
              </a:rPr>
              <a:t> the bending and the </a:t>
            </a:r>
            <a:r>
              <a:rPr lang="it-IT" sz="1600" dirty="0" err="1">
                <a:latin typeface="Georgia" panose="02040502050405020303" pitchFamily="18" charset="0"/>
              </a:rPr>
              <a:t>torsion</a:t>
            </a:r>
            <a:r>
              <a:rPr lang="it-IT" sz="1600" dirty="0">
                <a:latin typeface="Georgia" panose="02040502050405020303" pitchFamily="18" charset="0"/>
              </a:rPr>
              <a:t> </a:t>
            </a:r>
            <a:r>
              <a:rPr lang="it-IT" sz="1600" dirty="0" err="1">
                <a:latin typeface="Georgia" panose="02040502050405020303" pitchFamily="18" charset="0"/>
              </a:rPr>
              <a:t>stiffnesses</a:t>
            </a:r>
            <a:r>
              <a:rPr lang="it-IT" sz="1600" dirty="0">
                <a:latin typeface="Georgia" panose="02040502050405020303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>
                <a:latin typeface="Georgia" panose="02040502050405020303" pitchFamily="18" charset="0"/>
              </a:rPr>
              <a:t>Application to </a:t>
            </a:r>
            <a:r>
              <a:rPr lang="it-IT" sz="1600" dirty="0" err="1">
                <a:latin typeface="Georgia" panose="02040502050405020303" pitchFamily="18" charset="0"/>
              </a:rPr>
              <a:t>each</a:t>
            </a:r>
            <a:r>
              <a:rPr lang="it-IT" sz="1600" dirty="0">
                <a:latin typeface="Georgia" panose="02040502050405020303" pitchFamily="18" charset="0"/>
              </a:rPr>
              <a:t> component of the </a:t>
            </a:r>
            <a:r>
              <a:rPr lang="it-IT" sz="1600" dirty="0" err="1">
                <a:latin typeface="Georgia" panose="02040502050405020303" pitchFamily="18" charset="0"/>
              </a:rPr>
              <a:t>respective</a:t>
            </a:r>
            <a:r>
              <a:rPr lang="it-IT" sz="1600" dirty="0">
                <a:latin typeface="Georgia" panose="02040502050405020303" pitchFamily="18" charset="0"/>
              </a:rPr>
              <a:t> </a:t>
            </a:r>
            <a:r>
              <a:rPr lang="it-IT" sz="1600" dirty="0" err="1">
                <a:latin typeface="Georgia" panose="02040502050405020303" pitchFamily="18" charset="0"/>
              </a:rPr>
              <a:t>property</a:t>
            </a:r>
            <a:r>
              <a:rPr lang="it-IT" sz="1600" dirty="0">
                <a:latin typeface="Georgia" panose="02040502050405020303" pitchFamily="18" charset="0"/>
              </a:rPr>
              <a:t> and </a:t>
            </a:r>
            <a:r>
              <a:rPr lang="it-IT" sz="1600" dirty="0" err="1">
                <a:latin typeface="Georgia" panose="02040502050405020303" pitchFamily="18" charset="0"/>
              </a:rPr>
              <a:t>material</a:t>
            </a:r>
            <a:endParaRPr lang="it-IT" sz="1600" dirty="0">
              <a:latin typeface="Georgia" panose="020405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>
                <a:latin typeface="Georgia" panose="02040502050405020303" pitchFamily="18" charset="0"/>
              </a:rPr>
              <a:t>Creation</a:t>
            </a:r>
            <a:r>
              <a:rPr lang="it-IT" sz="1600" dirty="0">
                <a:latin typeface="Georgia" panose="02040502050405020303" pitchFamily="18" charset="0"/>
              </a:rPr>
              <a:t> of 2 </a:t>
            </a:r>
            <a:r>
              <a:rPr lang="it-IT" sz="1600" dirty="0" err="1">
                <a:latin typeface="Georgia" panose="02040502050405020303" pitchFamily="18" charset="0"/>
              </a:rPr>
              <a:t>different</a:t>
            </a:r>
            <a:r>
              <a:rPr lang="it-IT" sz="1600" dirty="0">
                <a:latin typeface="Georgia" panose="02040502050405020303" pitchFamily="18" charset="0"/>
              </a:rPr>
              <a:t> </a:t>
            </a:r>
            <a:r>
              <a:rPr lang="it-IT" sz="1600" dirty="0" err="1">
                <a:latin typeface="Georgia" panose="02040502050405020303" pitchFamily="18" charset="0"/>
              </a:rPr>
              <a:t>loadsteps</a:t>
            </a:r>
            <a:r>
              <a:rPr lang="it-IT" sz="1600" dirty="0">
                <a:latin typeface="Georgia" panose="02040502050405020303" pitchFamily="18" charset="0"/>
              </a:rPr>
              <a:t>, one for </a:t>
            </a:r>
            <a:r>
              <a:rPr lang="it-IT" sz="1600" dirty="0" err="1">
                <a:latin typeface="Georgia" panose="02040502050405020303" pitchFamily="18" charset="0"/>
              </a:rPr>
              <a:t>each</a:t>
            </a:r>
            <a:r>
              <a:rPr lang="it-IT" sz="1600" dirty="0">
                <a:latin typeface="Georgia" panose="02040502050405020303" pitchFamily="18" charset="0"/>
              </a:rPr>
              <a:t> loading case.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dirty="0">
              <a:latin typeface="Georgia" panose="02040502050405020303" pitchFamily="18" charset="0"/>
            </a:endParaRPr>
          </a:p>
          <a:p>
            <a:pPr marL="285750" indent="-285750">
              <a:buFontTx/>
              <a:buChar char="-"/>
            </a:pPr>
            <a:endParaRPr lang="it-IT" sz="1400" dirty="0">
              <a:latin typeface="Abadi Extra Light" panose="020B0204020104020204" pitchFamily="34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62942F5-A729-38CB-3A48-36B90FA564E4}"/>
              </a:ext>
            </a:extLst>
          </p:cNvPr>
          <p:cNvSpPr txBox="1"/>
          <p:nvPr/>
        </p:nvSpPr>
        <p:spPr>
          <a:xfrm>
            <a:off x="724138" y="6255482"/>
            <a:ext cx="2772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Bending case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F5565BBE-0FB3-6834-EE95-AD22CD8B85DD}"/>
              </a:ext>
            </a:extLst>
          </p:cNvPr>
          <p:cNvSpPr txBox="1"/>
          <p:nvPr/>
        </p:nvSpPr>
        <p:spPr>
          <a:xfrm>
            <a:off x="6609709" y="6255482"/>
            <a:ext cx="2772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>
                <a:latin typeface="Georgia" panose="02040502050405020303" pitchFamily="18" charset="0"/>
              </a:rPr>
              <a:t>Torsion</a:t>
            </a:r>
            <a:r>
              <a:rPr lang="it-IT" sz="1400" dirty="0">
                <a:latin typeface="Georgia" panose="02040502050405020303" pitchFamily="18" charset="0"/>
              </a:rPr>
              <a:t> case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E96816C1-0801-521F-C303-3ABE2D696E9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93" r="19294"/>
          <a:stretch/>
        </p:blipFill>
        <p:spPr>
          <a:xfrm>
            <a:off x="814192" y="4013820"/>
            <a:ext cx="3757808" cy="2160828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3B87F263-C94A-72AB-4492-2C6C373C1CE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17" r="17462"/>
          <a:stretch/>
        </p:blipFill>
        <p:spPr>
          <a:xfrm>
            <a:off x="6711585" y="4013820"/>
            <a:ext cx="3895595" cy="218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627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EF17487-C386-4F99-B5EB-4FD3DF423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0DE92DF-4769-4DE9-93FD-EE312718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3219784-E51B-896B-C581-239E9EF14763}"/>
              </a:ext>
            </a:extLst>
          </p:cNvPr>
          <p:cNvSpPr txBox="1"/>
          <p:nvPr/>
        </p:nvSpPr>
        <p:spPr>
          <a:xfrm>
            <a:off x="1290800" y="1736053"/>
            <a:ext cx="3627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latin typeface="Georgia" panose="02040502050405020303" pitchFamily="18" charset="0"/>
              </a:rPr>
              <a:t>Evaluation of bending </a:t>
            </a:r>
            <a:r>
              <a:rPr lang="it-IT" dirty="0" err="1">
                <a:latin typeface="Georgia" panose="02040502050405020303" pitchFamily="18" charset="0"/>
              </a:rPr>
              <a:t>stiffness</a:t>
            </a:r>
            <a:endParaRPr lang="it-IT" dirty="0">
              <a:latin typeface="Georgia" panose="020405020504050203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B5AA9D7E-3845-F72D-CEA2-0D4C8E9186A1}"/>
                  </a:ext>
                </a:extLst>
              </p:cNvPr>
              <p:cNvSpPr txBox="1"/>
              <p:nvPr/>
            </p:nvSpPr>
            <p:spPr>
              <a:xfrm>
                <a:off x="2199577" y="2601153"/>
                <a:ext cx="1298048" cy="5167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𝑏𝑒𝑛𝑑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𝑡𝑜𝑡</m:t>
                              </m:r>
                            </m:sub>
                          </m:sSub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B5AA9D7E-3845-F72D-CEA2-0D4C8E9186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9577" y="2601153"/>
                <a:ext cx="1298048" cy="51674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3974BE7-DC63-C55C-CFF5-95E918042824}"/>
              </a:ext>
            </a:extLst>
          </p:cNvPr>
          <p:cNvSpPr txBox="1"/>
          <p:nvPr/>
        </p:nvSpPr>
        <p:spPr>
          <a:xfrm>
            <a:off x="7663824" y="1750614"/>
            <a:ext cx="3538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latin typeface="Georgia" panose="02040502050405020303" pitchFamily="18" charset="0"/>
              </a:rPr>
              <a:t>Evaluation of </a:t>
            </a:r>
            <a:r>
              <a:rPr lang="it-IT" dirty="0" err="1">
                <a:latin typeface="Georgia" panose="02040502050405020303" pitchFamily="18" charset="0"/>
              </a:rPr>
              <a:t>torsion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stiffness</a:t>
            </a:r>
            <a:endParaRPr lang="it-IT" dirty="0">
              <a:latin typeface="Georgia" panose="020405020504050203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A566B640-18A2-B501-B837-EED291E85359}"/>
                  </a:ext>
                </a:extLst>
              </p:cNvPr>
              <p:cNvSpPr txBox="1"/>
              <p:nvPr/>
            </p:nvSpPr>
            <p:spPr>
              <a:xfrm>
                <a:off x="2015850" y="3794640"/>
                <a:ext cx="1948610" cy="7955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𝑏𝑒𝑛𝑑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≈596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𝑚𝑚</m:t>
                          </m:r>
                        </m:den>
                      </m:f>
                    </m:oMath>
                  </m:oMathPara>
                </a14:m>
                <a:endParaRPr lang="it-IT" b="0" dirty="0">
                  <a:ea typeface="Cambria Math" panose="02040503050406030204" pitchFamily="18" charset="0"/>
                </a:endParaRPr>
              </a:p>
              <a:p>
                <a:endParaRPr lang="it-IT" dirty="0"/>
              </a:p>
            </p:txBody>
          </p:sp>
        </mc:Choice>
        <mc:Fallback xmlns="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A566B640-18A2-B501-B837-EED291E853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5850" y="3794640"/>
                <a:ext cx="1948610" cy="7955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FAC1AFF7-5201-175F-A5E7-B989C103B689}"/>
                  </a:ext>
                </a:extLst>
              </p:cNvPr>
              <p:cNvSpPr txBox="1"/>
              <p:nvPr/>
            </p:nvSpPr>
            <p:spPr>
              <a:xfrm>
                <a:off x="8510860" y="2577589"/>
                <a:ext cx="1602618" cy="563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𝑡𝑜𝑟𝑠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𝑇𝑜𝑟𝑞𝑢𝑒</m:t>
                          </m:r>
                        </m:num>
                        <m:den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𝑌𝑍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FAC1AFF7-5201-175F-A5E7-B989C103B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0860" y="2577589"/>
                <a:ext cx="1602618" cy="5638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774D17D7-2FB8-7A5F-EF9A-3B67DE309FF4}"/>
              </a:ext>
            </a:extLst>
          </p:cNvPr>
          <p:cNvSpPr txBox="1"/>
          <p:nvPr/>
        </p:nvSpPr>
        <p:spPr>
          <a:xfrm>
            <a:off x="571764" y="566997"/>
            <a:ext cx="52331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400" dirty="0" err="1">
                <a:latin typeface="Georgia" panose="02040502050405020303" pitchFamily="18" charset="0"/>
              </a:rPr>
              <a:t>Stiffness</a:t>
            </a:r>
            <a:r>
              <a:rPr lang="it-IT" sz="4400" dirty="0">
                <a:latin typeface="Georgia" panose="02040502050405020303" pitchFamily="18" charset="0"/>
              </a:rPr>
              <a:t> </a:t>
            </a:r>
            <a:r>
              <a:rPr lang="it-IT" sz="4400" dirty="0" err="1">
                <a:latin typeface="Georgia" panose="02040502050405020303" pitchFamily="18" charset="0"/>
              </a:rPr>
              <a:t>analysis</a:t>
            </a:r>
            <a:endParaRPr lang="it-IT" sz="4400" dirty="0">
              <a:latin typeface="Georgia" panose="020405020504050203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sellaDiTesto 24">
                <a:extLst>
                  <a:ext uri="{FF2B5EF4-FFF2-40B4-BE49-F238E27FC236}">
                    <a16:creationId xmlns:a16="http://schemas.microsoft.com/office/drawing/2014/main" id="{FAF0FA00-0E9D-A7D1-6135-149FA4645F44}"/>
                  </a:ext>
                </a:extLst>
              </p:cNvPr>
              <p:cNvSpPr txBox="1"/>
              <p:nvPr/>
            </p:nvSpPr>
            <p:spPr>
              <a:xfrm>
                <a:off x="8430280" y="3870559"/>
                <a:ext cx="2005485" cy="5185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𝑡𝑜𝑟𝑠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it-IT" b="0" i="0" smtClean="0">
                          <a:latin typeface="Cambria Math" panose="02040503050406030204" pitchFamily="18" charset="0"/>
                        </a:rPr>
                        <m:t>72405</m:t>
                      </m:r>
                      <m:r>
                        <m:rPr>
                          <m:nor/>
                        </m:rPr>
                        <a:rPr lang="it-IT" b="0" i="0" smtClean="0"/>
                        <m:t> 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𝑁𝑚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𝑟𝑎𝑑</m:t>
                          </m:r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5" name="CasellaDiTesto 24">
                <a:extLst>
                  <a:ext uri="{FF2B5EF4-FFF2-40B4-BE49-F238E27FC236}">
                    <a16:creationId xmlns:a16="http://schemas.microsoft.com/office/drawing/2014/main" id="{FAF0FA00-0E9D-A7D1-6135-149FA4645F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0280" y="3870559"/>
                <a:ext cx="2005485" cy="51854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0740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829A58E7-B13F-04BD-F59B-87506636782D}"/>
              </a:ext>
            </a:extLst>
          </p:cNvPr>
          <p:cNvSpPr txBox="1"/>
          <p:nvPr/>
        </p:nvSpPr>
        <p:spPr>
          <a:xfrm>
            <a:off x="759655" y="675249"/>
            <a:ext cx="108920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000" dirty="0" err="1">
                <a:latin typeface="Georgia" panose="02040502050405020303" pitchFamily="18" charset="0"/>
              </a:rPr>
              <a:t>Influence</a:t>
            </a:r>
            <a:r>
              <a:rPr lang="it-IT" sz="4000" dirty="0">
                <a:latin typeface="Georgia" panose="02040502050405020303" pitchFamily="18" charset="0"/>
              </a:rPr>
              <a:t> of </a:t>
            </a:r>
            <a:r>
              <a:rPr lang="it-IT" sz="4000" dirty="0" err="1">
                <a:latin typeface="Georgia" panose="02040502050405020303" pitchFamily="18" charset="0"/>
              </a:rPr>
              <a:t>different</a:t>
            </a:r>
            <a:r>
              <a:rPr lang="it-IT" sz="4000" dirty="0">
                <a:latin typeface="Georgia" panose="02040502050405020303" pitchFamily="18" charset="0"/>
              </a:rPr>
              <a:t> </a:t>
            </a:r>
            <a:r>
              <a:rPr lang="it-IT" sz="4000" dirty="0" err="1">
                <a:latin typeface="Georgia" panose="02040502050405020303" pitchFamily="18" charset="0"/>
              </a:rPr>
              <a:t>parameters</a:t>
            </a:r>
            <a:r>
              <a:rPr lang="it-IT" sz="4000" dirty="0">
                <a:latin typeface="Georgia" panose="02040502050405020303" pitchFamily="18" charset="0"/>
              </a:rPr>
              <a:t> on the </a:t>
            </a:r>
            <a:r>
              <a:rPr lang="it-IT" sz="4000" dirty="0" err="1">
                <a:latin typeface="Georgia" panose="02040502050405020303" pitchFamily="18" charset="0"/>
              </a:rPr>
              <a:t>results</a:t>
            </a:r>
            <a:endParaRPr lang="it-IT" sz="4000" dirty="0">
              <a:latin typeface="Georgia" panose="02040502050405020303" pitchFamily="18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87F5524-72F1-8654-9C01-24BA51DADF54}"/>
              </a:ext>
            </a:extLst>
          </p:cNvPr>
          <p:cNvSpPr txBox="1"/>
          <p:nvPr/>
        </p:nvSpPr>
        <p:spPr>
          <a:xfrm>
            <a:off x="759655" y="1644277"/>
            <a:ext cx="931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Same shape but different material, Titanium : </a:t>
            </a:r>
            <a:r>
              <a:rPr lang="en-US" b="1" dirty="0"/>
              <a:t>E</a:t>
            </a:r>
            <a:r>
              <a:rPr lang="en-US" dirty="0">
                <a:latin typeface="Abadi Extra Light" panose="020B0204020104020204" pitchFamily="34" charset="0"/>
              </a:rPr>
              <a:t>=116 Gpa, </a:t>
            </a:r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ν</a:t>
            </a:r>
            <a:r>
              <a:rPr lang="en-US" dirty="0">
                <a:latin typeface="Abadi Extra Light" panose="020B0204020104020204" pitchFamily="34" charset="0"/>
              </a:rPr>
              <a:t> = 0.34, </a:t>
            </a:r>
            <a:r>
              <a:rPr lang="en-US" dirty="0">
                <a:latin typeface="Abadi Extra Light" panose="020B0204020104020204" pitchFamily="34" charset="0"/>
                <a:cs typeface="Calibri" panose="020F0502020204030204" pitchFamily="34" charset="0"/>
              </a:rPr>
              <a:t>ρ</a:t>
            </a:r>
            <a:r>
              <a:rPr lang="en-US" dirty="0">
                <a:latin typeface="Abadi Extra Light" panose="020B0204020104020204" pitchFamily="34" charset="0"/>
              </a:rPr>
              <a:t> = 4,5e-9 </a:t>
            </a:r>
            <a:r>
              <a:rPr lang="en-US" dirty="0" err="1">
                <a:latin typeface="Abadi Extra Light" panose="020B0204020104020204" pitchFamily="34" charset="0"/>
              </a:rPr>
              <a:t>Gkg</a:t>
            </a:r>
            <a:r>
              <a:rPr lang="en-US" dirty="0">
                <a:latin typeface="Abadi Extra Light" panose="020B0204020104020204" pitchFamily="34" charset="0"/>
              </a:rPr>
              <a:t>/m^3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8FF96B5E-5E75-906F-3140-B715F2159B84}"/>
                  </a:ext>
                </a:extLst>
              </p:cNvPr>
              <p:cNvSpPr txBox="1"/>
              <p:nvPr/>
            </p:nvSpPr>
            <p:spPr>
              <a:xfrm>
                <a:off x="1508869" y="2385082"/>
                <a:ext cx="1988686" cy="7955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𝑏𝑒𝑛𝑑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≈671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𝑚𝑚</m:t>
                          </m:r>
                        </m:den>
                      </m:f>
                    </m:oMath>
                  </m:oMathPara>
                </a14:m>
                <a:endParaRPr lang="it-IT" b="0" dirty="0">
                  <a:ea typeface="Cambria Math" panose="02040503050406030204" pitchFamily="18" charset="0"/>
                </a:endParaRPr>
              </a:p>
              <a:p>
                <a:endParaRPr lang="it-IT" dirty="0"/>
              </a:p>
            </p:txBody>
          </p:sp>
        </mc:Choice>
        <mc:Fallback xmlns="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8FF96B5E-5E75-906F-3140-B715F2159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8869" y="2385082"/>
                <a:ext cx="1988686" cy="7955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1772CA8A-1F43-BC54-E366-C2E3DE4FA7EC}"/>
                  </a:ext>
                </a:extLst>
              </p:cNvPr>
              <p:cNvSpPr txBox="1"/>
              <p:nvPr/>
            </p:nvSpPr>
            <p:spPr>
              <a:xfrm>
                <a:off x="4040374" y="2420725"/>
                <a:ext cx="1902123" cy="5185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𝑡𝑜𝑟𝑠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it-IT"/>
                        <m:t>39698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𝑁𝑚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𝑟𝑎𝑑</m:t>
                          </m:r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1772CA8A-1F43-BC54-E366-C2E3DE4FA7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0374" y="2420725"/>
                <a:ext cx="1902123" cy="5185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336DBB9D-2DB4-4942-6457-A5AFCF069374}"/>
              </a:ext>
            </a:extLst>
          </p:cNvPr>
          <p:cNvSpPr txBox="1"/>
          <p:nvPr/>
        </p:nvSpPr>
        <p:spPr>
          <a:xfrm>
            <a:off x="759654" y="3310469"/>
            <a:ext cx="9215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Same shape but different mesh size, choosing an element </a:t>
            </a:r>
            <a:r>
              <a:rPr lang="en-US" dirty="0" err="1">
                <a:latin typeface="Georgia" panose="02040502050405020303" pitchFamily="18" charset="0"/>
              </a:rPr>
              <a:t>misure</a:t>
            </a:r>
            <a:r>
              <a:rPr lang="en-US" dirty="0">
                <a:latin typeface="Georgia" panose="02040502050405020303" pitchFamily="18" charset="0"/>
              </a:rPr>
              <a:t> of 10, instead of 100</a:t>
            </a:r>
            <a:endParaRPr lang="it-IT" dirty="0">
              <a:latin typeface="Georgia" panose="02040502050405020303" pitchFamily="18" charset="0"/>
            </a:endParaRP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654484D5-D1A7-E544-7A3A-7974B30B7F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54" y="4009237"/>
            <a:ext cx="4045451" cy="2381962"/>
          </a:xfrm>
          <a:prstGeom prst="rect">
            <a:avLst/>
          </a:prstGeom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0C12274A-4667-FF41-EE88-BE3682F591C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5" r="26949"/>
          <a:stretch/>
        </p:blipFill>
        <p:spPr>
          <a:xfrm>
            <a:off x="4805105" y="4009237"/>
            <a:ext cx="3306871" cy="23819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82A0C76F-96D3-41A2-CC1D-B755DB3A179D}"/>
                  </a:ext>
                </a:extLst>
              </p:cNvPr>
              <p:cNvSpPr txBox="1"/>
              <p:nvPr/>
            </p:nvSpPr>
            <p:spPr>
              <a:xfrm>
                <a:off x="9052824" y="5393432"/>
                <a:ext cx="1907830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𝑡𝑜𝑟𝑠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it-IT" b="0" i="0" smtClean="0">
                          <a:latin typeface="Cambria Math" panose="02040503050406030204" pitchFamily="18" charset="0"/>
                        </a:rPr>
                        <m:t>72405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𝑁𝑚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𝑟𝑜𝑑</m:t>
                          </m:r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82A0C76F-96D3-41A2-CC1D-B755DB3A17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824" y="5393432"/>
                <a:ext cx="1907830" cy="5186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47C7B86E-7391-BB51-2F4C-75972ED9775D}"/>
                  </a:ext>
                </a:extLst>
              </p:cNvPr>
              <p:cNvSpPr txBox="1"/>
              <p:nvPr/>
            </p:nvSpPr>
            <p:spPr>
              <a:xfrm>
                <a:off x="8619580" y="4245844"/>
                <a:ext cx="2512867" cy="7955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𝑏𝑒𝑛𝑑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596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𝑚𝑚</m:t>
                          </m:r>
                        </m:den>
                      </m:f>
                    </m:oMath>
                  </m:oMathPara>
                </a14:m>
                <a:endParaRPr lang="it-IT" b="0" dirty="0">
                  <a:ea typeface="Cambria Math" panose="02040503050406030204" pitchFamily="18" charset="0"/>
                </a:endParaRPr>
              </a:p>
              <a:p>
                <a:endParaRPr lang="it-IT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47C7B86E-7391-BB51-2F4C-75972ED977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9580" y="4245844"/>
                <a:ext cx="2512867" cy="79553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2823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5333F9E1-9E46-43E7-41AD-0A6758A6A189}"/>
              </a:ext>
            </a:extLst>
          </p:cNvPr>
          <p:cNvSpPr txBox="1"/>
          <p:nvPr/>
        </p:nvSpPr>
        <p:spPr>
          <a:xfrm>
            <a:off x="610241" y="2728663"/>
            <a:ext cx="9039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Same section but the 2 long-beams are rotated, the C beam is facing the bottom</a:t>
            </a:r>
          </a:p>
        </p:txBody>
      </p:sp>
      <p:pic>
        <p:nvPicPr>
          <p:cNvPr id="7" name="Immagine 6" descr="Immagine che contiene testo, gru&#10;&#10;Descrizione generata automaticamente">
            <a:extLst>
              <a:ext uri="{FF2B5EF4-FFF2-40B4-BE49-F238E27FC236}">
                <a16:creationId xmlns:a16="http://schemas.microsoft.com/office/drawing/2014/main" id="{12E25CA9-43AD-8BD0-C404-73D26A06F3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247" y="3698023"/>
            <a:ext cx="4802753" cy="24384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10BB2781-F99B-AF75-A90D-C7B0043EA11B}"/>
                  </a:ext>
                </a:extLst>
              </p:cNvPr>
              <p:cNvSpPr txBox="1"/>
              <p:nvPr/>
            </p:nvSpPr>
            <p:spPr>
              <a:xfrm>
                <a:off x="7061943" y="3925239"/>
                <a:ext cx="2116926" cy="7955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𝑏𝑒𝑛𝑑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≈1211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𝑚𝑚</m:t>
                          </m:r>
                        </m:den>
                      </m:f>
                    </m:oMath>
                  </m:oMathPara>
                </a14:m>
                <a:endParaRPr lang="it-IT" b="0" dirty="0">
                  <a:ea typeface="Cambria Math" panose="02040503050406030204" pitchFamily="18" charset="0"/>
                </a:endParaRPr>
              </a:p>
              <a:p>
                <a:endParaRPr lang="it-IT" dirty="0"/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10BB2781-F99B-AF75-A90D-C7B0043EA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1943" y="3925239"/>
                <a:ext cx="2116926" cy="7955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1CAB7BB0-A383-4F97-3FAD-A08D328A4381}"/>
                  </a:ext>
                </a:extLst>
              </p:cNvPr>
              <p:cNvSpPr txBox="1"/>
              <p:nvPr/>
            </p:nvSpPr>
            <p:spPr>
              <a:xfrm>
                <a:off x="7216665" y="5040131"/>
                <a:ext cx="1962204" cy="5185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𝑡𝑜𝑟𝑠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it-IT"/>
                        <m:t>570098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𝑁𝑚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𝑟𝑎𝑑</m:t>
                          </m:r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1CAB7BB0-A383-4F97-3FAD-A08D328A43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6665" y="5040131"/>
                <a:ext cx="1962204" cy="5185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7556C34-2458-A691-71E8-BC34A7D068C9}"/>
              </a:ext>
            </a:extLst>
          </p:cNvPr>
          <p:cNvSpPr txBox="1"/>
          <p:nvPr/>
        </p:nvSpPr>
        <p:spPr>
          <a:xfrm>
            <a:off x="610242" y="721553"/>
            <a:ext cx="9039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Same section with increase in thickness : 6mm instead of 3mm</a:t>
            </a:r>
            <a:endParaRPr lang="it-IT" dirty="0">
              <a:latin typeface="Georgia" panose="020405020504050203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BD92AD2D-0837-16E5-ED42-3ED6B5A0ECFC}"/>
                  </a:ext>
                </a:extLst>
              </p:cNvPr>
              <p:cNvSpPr txBox="1"/>
              <p:nvPr/>
            </p:nvSpPr>
            <p:spPr>
              <a:xfrm>
                <a:off x="1359456" y="1425430"/>
                <a:ext cx="3404330" cy="7955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𝑏𝑒𝑛𝑑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it-IT" b="0" i="0" smtClean="0"/>
                        <m:t>2229,65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𝑚𝑚</m:t>
                          </m:r>
                        </m:den>
                      </m:f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≈2230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𝑚𝑚</m:t>
                          </m:r>
                        </m:den>
                      </m:f>
                    </m:oMath>
                  </m:oMathPara>
                </a14:m>
                <a:endParaRPr lang="it-IT" b="0" dirty="0">
                  <a:ea typeface="Cambria Math" panose="02040503050406030204" pitchFamily="18" charset="0"/>
                </a:endParaRPr>
              </a:p>
              <a:p>
                <a:endParaRPr lang="it-IT" dirty="0"/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BD92AD2D-0837-16E5-ED42-3ED6B5A0EC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9456" y="1425430"/>
                <a:ext cx="3404330" cy="79553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71D663FB-2D1C-9810-B3E3-F028FB9CEE69}"/>
                  </a:ext>
                </a:extLst>
              </p:cNvPr>
              <p:cNvSpPr txBox="1"/>
              <p:nvPr/>
            </p:nvSpPr>
            <p:spPr>
              <a:xfrm>
                <a:off x="6218524" y="1425430"/>
                <a:ext cx="2018438" cy="5185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𝑡𝑜𝑟𝑠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it-IT"/>
                        <m:t>14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4543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𝑁𝑚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𝑟𝑎𝑑</m:t>
                          </m:r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71D663FB-2D1C-9810-B3E3-F028FB9CE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8524" y="1425430"/>
                <a:ext cx="2018438" cy="5185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2871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A1A6FC7F-1B70-0069-8B82-3FCE469B2F61}"/>
              </a:ext>
            </a:extLst>
          </p:cNvPr>
          <p:cNvSpPr txBox="1"/>
          <p:nvPr/>
        </p:nvSpPr>
        <p:spPr>
          <a:xfrm>
            <a:off x="535538" y="996826"/>
            <a:ext cx="9039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Different section for the long-beam: instead of C beam a box beam is chosen </a:t>
            </a:r>
            <a:endParaRPr lang="it-IT" dirty="0">
              <a:latin typeface="Georgia" panose="02040502050405020303" pitchFamily="18" charset="0"/>
            </a:endParaRPr>
          </a:p>
        </p:txBody>
      </p:sp>
      <p:pic>
        <p:nvPicPr>
          <p:cNvPr id="4" name="Immagine 3" descr="Immagine che contiene testo, gru&#10;&#10;Descrizione generata automaticamente">
            <a:extLst>
              <a:ext uri="{FF2B5EF4-FFF2-40B4-BE49-F238E27FC236}">
                <a16:creationId xmlns:a16="http://schemas.microsoft.com/office/drawing/2014/main" id="{F582FA4F-75D5-132B-E6F3-060F393B96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811" y="2064913"/>
            <a:ext cx="6454080" cy="33715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536C58D6-42F0-357B-71A1-02416AA70572}"/>
                  </a:ext>
                </a:extLst>
              </p:cNvPr>
              <p:cNvSpPr txBox="1"/>
              <p:nvPr/>
            </p:nvSpPr>
            <p:spPr>
              <a:xfrm>
                <a:off x="8055430" y="2364767"/>
                <a:ext cx="3758016" cy="7955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𝑏𝑒𝑛𝑑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it-IT"/>
                        <m:t>1538,461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𝑚𝑚</m:t>
                          </m:r>
                        </m:den>
                      </m:f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≈1538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𝑚𝑚</m:t>
                          </m:r>
                        </m:den>
                      </m:f>
                    </m:oMath>
                  </m:oMathPara>
                </a14:m>
                <a:endParaRPr lang="it-IT" b="0" dirty="0">
                  <a:ea typeface="Cambria Math" panose="02040503050406030204" pitchFamily="18" charset="0"/>
                </a:endParaRPr>
              </a:p>
              <a:p>
                <a:endParaRPr lang="it-IT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536C58D6-42F0-357B-71A1-02416AA705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5430" y="2364767"/>
                <a:ext cx="3758016" cy="7955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BD56CD10-9B1E-23B0-B2E4-D31E3A797810}"/>
                  </a:ext>
                </a:extLst>
              </p:cNvPr>
              <p:cNvSpPr txBox="1"/>
              <p:nvPr/>
            </p:nvSpPr>
            <p:spPr>
              <a:xfrm>
                <a:off x="8774237" y="3356188"/>
                <a:ext cx="1995996" cy="5185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𝑡𝑜𝑟𝑠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it-IT"/>
                        <m:t>1349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30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𝑁𝑚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𝑟𝑎𝑑</m:t>
                          </m:r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BD56CD10-9B1E-23B0-B2E4-D31E3A7978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237" y="3356188"/>
                <a:ext cx="1995996" cy="5185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4695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AB568C05-8494-89C5-7AD0-B845CDC6FF79}"/>
              </a:ext>
            </a:extLst>
          </p:cNvPr>
          <p:cNvSpPr txBox="1"/>
          <p:nvPr/>
        </p:nvSpPr>
        <p:spPr>
          <a:xfrm>
            <a:off x="5894962" y="479493"/>
            <a:ext cx="545883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71500" indent="-5715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4000" kern="1200" dirty="0">
                <a:solidFill>
                  <a:schemeClr val="tx1"/>
                </a:solidFill>
                <a:latin typeface="Georgia" panose="02040502050405020303" pitchFamily="18" charset="0"/>
                <a:ea typeface="+mj-ea"/>
                <a:cs typeface="+mj-cs"/>
              </a:rPr>
              <a:t>Results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C5546AC5-C5DE-CDF3-7F22-519845F09623}"/>
              </a:ext>
            </a:extLst>
          </p:cNvPr>
          <p:cNvSpPr txBox="1"/>
          <p:nvPr/>
        </p:nvSpPr>
        <p:spPr>
          <a:xfrm>
            <a:off x="5894962" y="1984443"/>
            <a:ext cx="5458838" cy="4192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Georgia" panose="02040502050405020303" pitchFamily="18" charset="0"/>
              </a:rPr>
              <a:t>Changing the material, different results are found: the torsional stiffness is lower, directly correlated to a lower E, while the bending stiffness is a bit higher due to intrinsic property of material.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Georgia" panose="02040502050405020303" pitchFamily="18" charset="0"/>
              </a:rPr>
              <a:t>Both stiffnesses increase also if the C beams are rotated; this is due to the fact that the orientation of the section in this case improves the behavior of the structure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Georgia" panose="02040502050405020303" pitchFamily="18" charset="0"/>
              </a:rPr>
              <a:t>Just changing the section and not the thickness it is possible to see how a close section increases the stiffness of the structure because this increases the inertia moment of the section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Georgia" panose="02040502050405020303" pitchFamily="18" charset="0"/>
              </a:rPr>
              <a:t>It was expected that increasing the thickness of the beam both bending and torsional stiffness are increased, as the moment of inertia of the section increases.</a:t>
            </a:r>
          </a:p>
          <a:p>
            <a:pPr marL="571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graphicFrame>
        <p:nvGraphicFramePr>
          <p:cNvPr id="2" name="Tabella 1">
            <a:extLst>
              <a:ext uri="{FF2B5EF4-FFF2-40B4-BE49-F238E27FC236}">
                <a16:creationId xmlns:a16="http://schemas.microsoft.com/office/drawing/2014/main" id="{2A31791B-FCF4-565F-EAD5-CE05D735B2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3630990"/>
              </p:ext>
            </p:extLst>
          </p:nvPr>
        </p:nvGraphicFramePr>
        <p:xfrm>
          <a:off x="703182" y="687070"/>
          <a:ext cx="4777383" cy="5314119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  <a:tableStyleId>{5C22544A-7EE6-4342-B048-85BDC9FD1C3A}</a:tableStyleId>
              </a:tblPr>
              <a:tblGrid>
                <a:gridCol w="2305994">
                  <a:extLst>
                    <a:ext uri="{9D8B030D-6E8A-4147-A177-3AD203B41FA5}">
                      <a16:colId xmlns:a16="http://schemas.microsoft.com/office/drawing/2014/main" val="931454876"/>
                    </a:ext>
                  </a:extLst>
                </a:gridCol>
                <a:gridCol w="1187371">
                  <a:extLst>
                    <a:ext uri="{9D8B030D-6E8A-4147-A177-3AD203B41FA5}">
                      <a16:colId xmlns:a16="http://schemas.microsoft.com/office/drawing/2014/main" val="3857027592"/>
                    </a:ext>
                  </a:extLst>
                </a:gridCol>
                <a:gridCol w="1284018">
                  <a:extLst>
                    <a:ext uri="{9D8B030D-6E8A-4147-A177-3AD203B41FA5}">
                      <a16:colId xmlns:a16="http://schemas.microsoft.com/office/drawing/2014/main" val="940827505"/>
                    </a:ext>
                  </a:extLst>
                </a:gridCol>
              </a:tblGrid>
              <a:tr h="836993">
                <a:tc>
                  <a:txBody>
                    <a:bodyPr/>
                    <a:lstStyle/>
                    <a:p>
                      <a:pPr algn="ctr" fontAlgn="b"/>
                      <a:r>
                        <a:rPr lang="it-IT" sz="1800" b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</a:rPr>
                        <a:t>Case</a:t>
                      </a:r>
                      <a:endParaRPr lang="it-IT" sz="1800" b="0" i="0" u="none" strike="noStrike" cap="none" spc="0" dirty="0">
                        <a:solidFill>
                          <a:schemeClr val="bg1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153975" marR="19233" marT="118442" marB="11844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800" b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</a:rPr>
                        <a:t>Bending </a:t>
                      </a:r>
                      <a:r>
                        <a:rPr lang="it-IT" sz="1800" b="0" u="none" strike="noStrike" cap="none" spc="0" dirty="0" err="1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</a:rPr>
                        <a:t>Stiffness</a:t>
                      </a:r>
                      <a:endParaRPr lang="it-IT" sz="1800" b="0" i="0" u="none" strike="noStrike" cap="none" spc="0" dirty="0">
                        <a:solidFill>
                          <a:schemeClr val="bg1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153975" marR="19233" marT="118442" marB="118442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800" b="0" u="none" strike="noStrike" cap="none" spc="0" dirty="0" err="1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</a:rPr>
                        <a:t>Torsional</a:t>
                      </a:r>
                      <a:r>
                        <a:rPr lang="it-IT" sz="1800" b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</a:rPr>
                        <a:t> </a:t>
                      </a:r>
                      <a:r>
                        <a:rPr lang="it-IT" sz="1800" b="0" u="none" strike="noStrike" cap="none" spc="0" dirty="0" err="1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</a:rPr>
                        <a:t>stiffness</a:t>
                      </a:r>
                      <a:endParaRPr lang="it-IT" sz="1800" b="0" i="0" u="none" strike="noStrike" cap="none" spc="0" dirty="0">
                        <a:solidFill>
                          <a:schemeClr val="bg1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153975" marR="19233" marT="118442" marB="118442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979362"/>
                  </a:ext>
                </a:extLst>
              </a:tr>
              <a:tr h="560628">
                <a:tc>
                  <a:txBody>
                    <a:bodyPr/>
                    <a:lstStyle/>
                    <a:p>
                      <a:pPr algn="l" fontAlgn="b"/>
                      <a:r>
                        <a:rPr lang="it-IT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it-IT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3975" marR="19233" marT="118442" marB="118442" anchor="b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it-IT" sz="180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[N/mm]</a:t>
                      </a:r>
                      <a:endParaRPr lang="it-IT" sz="18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153975" marR="19233" marT="118442" marB="118442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it-IT" sz="180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[Nm/rad]</a:t>
                      </a:r>
                      <a:endParaRPr lang="it-IT" sz="18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153975" marR="19233" marT="118442" marB="118442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4447105"/>
                  </a:ext>
                </a:extLst>
              </a:tr>
              <a:tr h="560628">
                <a:tc>
                  <a:txBody>
                    <a:bodyPr/>
                    <a:lstStyle/>
                    <a:p>
                      <a:pPr algn="ctr" fontAlgn="b"/>
                      <a:r>
                        <a:rPr lang="it-IT" sz="180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Reference (</a:t>
                      </a:r>
                      <a:r>
                        <a:rPr lang="it-IT" sz="1800" u="none" strike="noStrike" cap="none" spc="0" dirty="0" err="1"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steel</a:t>
                      </a:r>
                      <a:r>
                        <a:rPr lang="it-IT" sz="180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)</a:t>
                      </a:r>
                      <a:endParaRPr lang="it-IT" sz="18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153975" marR="19233" marT="118442" marB="118442" anchor="b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8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596</a:t>
                      </a:r>
                      <a:endParaRPr lang="it-IT" sz="18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3975" marR="19233" marT="118442" marB="118442" anchor="b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8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72405</a:t>
                      </a:r>
                      <a:endParaRPr lang="it-IT" sz="18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3975" marR="19233" marT="118442" marB="118442" anchor="b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378183"/>
                  </a:ext>
                </a:extLst>
              </a:tr>
              <a:tr h="83699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Ref with smaller mesh elements (10)</a:t>
                      </a:r>
                      <a:endParaRPr lang="en-US" sz="18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153975" marR="19233" marT="118442" marB="118442" anchor="b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596</a:t>
                      </a:r>
                      <a:endParaRPr lang="it-IT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3975" marR="19233" marT="118442" marB="118442" anchor="b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72405</a:t>
                      </a:r>
                      <a:endParaRPr lang="it-IT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3975" marR="19233" marT="118442" marB="118442" anchor="b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984792"/>
                  </a:ext>
                </a:extLst>
              </a:tr>
              <a:tr h="560628">
                <a:tc>
                  <a:txBody>
                    <a:bodyPr/>
                    <a:lstStyle/>
                    <a:p>
                      <a:pPr algn="ctr" fontAlgn="b"/>
                      <a:r>
                        <a:rPr lang="it-IT" sz="180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2 x </a:t>
                      </a:r>
                      <a:r>
                        <a:rPr lang="it-IT" sz="1800" u="none" strike="noStrike" cap="none" spc="0" dirty="0" err="1"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thickness</a:t>
                      </a:r>
                      <a:endParaRPr lang="it-IT" sz="18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153975" marR="19233" marT="118442" marB="118442" anchor="b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8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2230</a:t>
                      </a:r>
                      <a:endParaRPr lang="it-IT" sz="18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3975" marR="19233" marT="118442" marB="118442" anchor="b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144543</a:t>
                      </a:r>
                      <a:endParaRPr lang="it-IT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3975" marR="19233" marT="118442" marB="118442" anchor="b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6161612"/>
                  </a:ext>
                </a:extLst>
              </a:tr>
              <a:tr h="560628">
                <a:tc>
                  <a:txBody>
                    <a:bodyPr/>
                    <a:lstStyle/>
                    <a:p>
                      <a:pPr algn="ctr" fontAlgn="b"/>
                      <a:r>
                        <a:rPr lang="it-IT" sz="1800" u="none" strike="noStrike" cap="none" spc="0" dirty="0" err="1"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Titanium</a:t>
                      </a:r>
                      <a:r>
                        <a:rPr lang="it-IT" sz="180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 </a:t>
                      </a:r>
                      <a:r>
                        <a:rPr lang="it-IT" sz="1800" u="none" strike="noStrike" cap="none" spc="0" dirty="0" err="1"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material</a:t>
                      </a:r>
                      <a:endParaRPr lang="it-IT" sz="18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153975" marR="19233" marT="118442" marB="118442" anchor="b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671</a:t>
                      </a:r>
                      <a:endParaRPr lang="it-IT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3975" marR="19233" marT="118442" marB="118442" anchor="b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39698</a:t>
                      </a:r>
                      <a:endParaRPr lang="it-IT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3975" marR="19233" marT="118442" marB="118442" anchor="b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9725763"/>
                  </a:ext>
                </a:extLst>
              </a:tr>
              <a:tr h="560628">
                <a:tc>
                  <a:txBody>
                    <a:bodyPr/>
                    <a:lstStyle/>
                    <a:p>
                      <a:pPr algn="ctr" fontAlgn="b"/>
                      <a:r>
                        <a:rPr lang="it-IT" sz="180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Box </a:t>
                      </a:r>
                      <a:r>
                        <a:rPr lang="it-IT" sz="1800" u="none" strike="noStrike" cap="none" spc="0" dirty="0" err="1"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beam</a:t>
                      </a:r>
                      <a:r>
                        <a:rPr lang="it-IT" sz="180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 </a:t>
                      </a:r>
                      <a:r>
                        <a:rPr lang="it-IT" sz="1800" u="none" strike="noStrike" cap="none" spc="0" dirty="0" err="1"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section</a:t>
                      </a:r>
                      <a:endParaRPr lang="it-IT" sz="18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153975" marR="19233" marT="118442" marB="118442" anchor="b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1538</a:t>
                      </a:r>
                      <a:endParaRPr lang="it-IT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3975" marR="19233" marT="118442" marB="118442" anchor="b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134930</a:t>
                      </a:r>
                      <a:endParaRPr lang="it-IT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3975" marR="19233" marT="118442" marB="118442" anchor="b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4476811"/>
                  </a:ext>
                </a:extLst>
              </a:tr>
              <a:tr h="836993">
                <a:tc>
                  <a:txBody>
                    <a:bodyPr/>
                    <a:lstStyle/>
                    <a:p>
                      <a:pPr algn="ctr" fontAlgn="b"/>
                      <a:r>
                        <a:rPr lang="it-IT" sz="180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C </a:t>
                      </a:r>
                      <a:r>
                        <a:rPr lang="it-IT" sz="1800" u="none" strike="noStrike" cap="none" spc="0" dirty="0" err="1"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beam</a:t>
                      </a:r>
                      <a:r>
                        <a:rPr lang="it-IT" sz="180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 diff. </a:t>
                      </a:r>
                      <a:r>
                        <a:rPr lang="it-IT" sz="1800" u="none" strike="noStrike" cap="none" spc="0" dirty="0" err="1"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Orientation</a:t>
                      </a:r>
                      <a:endParaRPr lang="it-IT" sz="18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153975" marR="19233" marT="118442" marB="118442" anchor="b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8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1211</a:t>
                      </a:r>
                      <a:endParaRPr lang="it-IT" sz="18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3975" marR="19233" marT="118442" marB="118442" anchor="b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8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570098</a:t>
                      </a:r>
                      <a:endParaRPr lang="it-IT" sz="18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3975" marR="19233" marT="118442" marB="118442" anchor="b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76803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91735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486</Words>
  <Application>Microsoft Office PowerPoint</Application>
  <PresentationFormat>Widescreen</PresentationFormat>
  <Paragraphs>66</Paragraphs>
  <Slides>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5" baseType="lpstr">
      <vt:lpstr>Abadi Extra Light</vt:lpstr>
      <vt:lpstr>Arial</vt:lpstr>
      <vt:lpstr>Calibri</vt:lpstr>
      <vt:lpstr>Calibri Light</vt:lpstr>
      <vt:lpstr>Cambria Math</vt:lpstr>
      <vt:lpstr>Georgia</vt:lpstr>
      <vt:lpstr>Wingdings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Tommaso Massone</dc:creator>
  <cp:lastModifiedBy>Tommaso Francesco Massone</cp:lastModifiedBy>
  <cp:revision>4</cp:revision>
  <dcterms:created xsi:type="dcterms:W3CDTF">2022-11-07T17:49:31Z</dcterms:created>
  <dcterms:modified xsi:type="dcterms:W3CDTF">2024-11-18T17:53:29Z</dcterms:modified>
</cp:coreProperties>
</file>